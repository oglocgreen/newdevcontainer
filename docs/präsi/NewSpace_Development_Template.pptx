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155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CONTAINER · DOCKER · COMPOSE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408176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NewSpace Development Template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Standardisierte Entwicklungsumgebung — vorkonfiguriert, sofort einsatzbereit, unabhängig vom Host-OS.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9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 und CPU-Profil · Claude Code + GitHub Copilot vorverdrahtet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077456" y="1673352"/>
            <a:ext cx="0" cy="512064"/>
          </a:xfrm>
          <a:prstGeom prst="line">
            <a:avLst/>
          </a:prstGeom>
          <a:noFill/>
          <a:ln w="19050">
            <a:solidFill>
              <a:srgbClr val="5A3C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77456" y="2898648"/>
            <a:ext cx="0" cy="512064"/>
          </a:xfrm>
          <a:prstGeom prst="line">
            <a:avLst/>
          </a:prstGeom>
          <a:noFill/>
          <a:ln w="19050">
            <a:solidFill>
              <a:srgbClr val="5A3C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960120"/>
            <a:ext cx="713232" cy="713232"/>
          </a:xfrm>
          <a:prstGeom prst="ellipse">
            <a:avLst/>
          </a:prstGeom>
          <a:solidFill>
            <a:srgbClr val="9C452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3413" y="1152693"/>
            <a:ext cx="328087" cy="32808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720840" y="2185416"/>
            <a:ext cx="713232" cy="713232"/>
          </a:xfrm>
          <a:prstGeom prst="ellipse">
            <a:avLst/>
          </a:prstGeom>
          <a:solidFill>
            <a:srgbClr val="C95B3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413" y="2377989"/>
            <a:ext cx="328087" cy="32808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720840" y="3410712"/>
            <a:ext cx="713232" cy="713232"/>
          </a:xfrm>
          <a:prstGeom prst="ellipse">
            <a:avLst/>
          </a:prstGeom>
          <a:solidFill>
            <a:srgbClr val="9C452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413" y="3603285"/>
            <a:ext cx="328087" cy="3280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89520" y="10058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B79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589520" y="223113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B79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 /app/venv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589520" y="34564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12.6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B79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E5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das Template liefert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913632" cy="1572768"/>
          </a:xfrm>
          <a:prstGeom prst="roundRect">
            <a:avLst>
              <a:gd name="adj" fmla="val 4070"/>
            </a:avLst>
          </a:prstGeom>
          <a:solidFill>
            <a:srgbClr val="FCFAF8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444752"/>
            <a:ext cx="457200" cy="457200"/>
          </a:xfrm>
          <a:prstGeom prst="ellipse">
            <a:avLst/>
          </a:prstGeom>
          <a:solidFill>
            <a:srgbClr val="BE54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568196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426464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 startklar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53312" y="173736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„Reopen in Container“ genügt: Build und System-Dependencies laufen automatisch — auf jedem Host-OS.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81728" y="1207008"/>
            <a:ext cx="3913632" cy="1572768"/>
          </a:xfrm>
          <a:prstGeom prst="roundRect">
            <a:avLst>
              <a:gd name="adj" fmla="val 4070"/>
            </a:avLst>
          </a:prstGeom>
          <a:solidFill>
            <a:srgbClr val="FCFAF8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82896" y="1444752"/>
            <a:ext cx="457200" cy="457200"/>
          </a:xfrm>
          <a:prstGeom prst="ellipse">
            <a:avLst/>
          </a:prstGeom>
          <a:solidFill>
            <a:srgbClr val="BE543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568196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426464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Reproduzierbar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486400" y="173736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Gepinnte Dependencies im isolierten venv unter /app/venv — automatisch aktiviert als Default-Interpreter.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99232"/>
            <a:ext cx="3913632" cy="1572768"/>
          </a:xfrm>
          <a:prstGeom prst="roundRect">
            <a:avLst>
              <a:gd name="adj" fmla="val 4070"/>
            </a:avLst>
          </a:prstGeom>
          <a:solidFill>
            <a:srgbClr val="FCFAF8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9808" y="3236976"/>
            <a:ext cx="457200" cy="457200"/>
          </a:xfrm>
          <a:prstGeom prst="ellipse">
            <a:avLst/>
          </a:prstGeom>
          <a:solidFill>
            <a:srgbClr val="BE543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3360420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53312" y="321868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Compose-Profile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353312" y="3529584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GPU-Profil als Default (NVIDIA) und CPU-Profil für Laptop, CI-Runner oder Apple Silicon.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81728" y="2999232"/>
            <a:ext cx="3913632" cy="1572768"/>
          </a:xfrm>
          <a:prstGeom prst="roundRect">
            <a:avLst>
              <a:gd name="adj" fmla="val 4070"/>
            </a:avLst>
          </a:prstGeom>
          <a:solidFill>
            <a:srgbClr val="FCFAF8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82896" y="3236976"/>
            <a:ext cx="457200" cy="457200"/>
          </a:xfrm>
          <a:prstGeom prst="ellipse">
            <a:avLst/>
          </a:prstGeom>
          <a:solidFill>
            <a:srgbClr val="BE543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360420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21868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vorverdrahtet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5486400" y="3529584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und GitHub Copilot mit Team-Defaults — beide können parallel laufen.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offizielles NVIDIA-CUDA-Image 12.6.2 (cuDNN, devel) mit Python 3.12 auf Ubuntu 24.04.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E5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Voraussetzungen und Erststart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017520" cy="3429000"/>
          </a:xfrm>
          <a:prstGeom prst="roundRect">
            <a:avLst>
              <a:gd name="adj" fmla="val 2121"/>
            </a:avLst>
          </a:prstGeom>
          <a:solidFill>
            <a:srgbClr val="F9EDE7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Voraussetzungen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86384" y="1874520"/>
            <a:ext cx="2606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mit Compose V2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Dev-Containers-Extension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NVIDIA-GPU + Treiber (optional — sonst CPU-Profil)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77640" y="1243584"/>
            <a:ext cx="502920" cy="502920"/>
          </a:xfrm>
          <a:prstGeom prst="ellipse">
            <a:avLst/>
          </a:prstGeom>
          <a:solidFill>
            <a:srgbClr val="BE5435"/>
          </a:solidFill>
          <a:ln/>
        </p:spPr>
      </p:sp>
      <p:sp>
        <p:nvSpPr>
          <p:cNvPr id="9" name="Text 7"/>
          <p:cNvSpPr/>
          <p:nvPr/>
        </p:nvSpPr>
        <p:spPr>
          <a:xfrm>
            <a:off x="3977640" y="1243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1207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Klonen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148132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inklusive Submodules holen: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755648"/>
            <a:ext cx="3931920" cy="384048"/>
          </a:xfrm>
          <a:prstGeom prst="roundRect">
            <a:avLst>
              <a:gd name="adj" fmla="val 11905"/>
            </a:avLst>
          </a:prstGeom>
          <a:solidFill>
            <a:srgbClr val="2D1F18"/>
          </a:solidFill>
          <a:ln/>
        </p:spPr>
      </p:sp>
      <p:sp>
        <p:nvSpPr>
          <p:cNvPr id="13" name="Text 11"/>
          <p:cNvSpPr/>
          <p:nvPr/>
        </p:nvSpPr>
        <p:spPr>
          <a:xfrm>
            <a:off x="4809744" y="17556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… &amp;&amp; git submodule update --init --recursive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77640" y="2432304"/>
            <a:ext cx="502920" cy="502920"/>
          </a:xfrm>
          <a:prstGeom prst="ellipse">
            <a:avLst/>
          </a:prstGeom>
          <a:solidFill>
            <a:srgbClr val="BE5435"/>
          </a:solidFill>
          <a:ln/>
        </p:spPr>
      </p:sp>
      <p:sp>
        <p:nvSpPr>
          <p:cNvPr id="15" name="Text 13"/>
          <p:cNvSpPr/>
          <p:nvPr/>
        </p:nvSpPr>
        <p:spPr>
          <a:xfrm>
            <a:off x="3977640" y="2432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2395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in Container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267004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bestätigen oder per Command Palette: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944368"/>
            <a:ext cx="3931920" cy="384048"/>
          </a:xfrm>
          <a:prstGeom prst="roundRect">
            <a:avLst>
              <a:gd name="adj" fmla="val 11905"/>
            </a:avLst>
          </a:prstGeom>
          <a:solidFill>
            <a:srgbClr val="2D1F18"/>
          </a:solidFill>
          <a:ln/>
        </p:spPr>
      </p:sp>
      <p:sp>
        <p:nvSpPr>
          <p:cNvPr id="19" name="Text 17"/>
          <p:cNvSpPr/>
          <p:nvPr/>
        </p:nvSpPr>
        <p:spPr>
          <a:xfrm>
            <a:off x="4809744" y="29443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Containers: Rebuild and Reopen in Container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77640" y="3621024"/>
            <a:ext cx="502920" cy="502920"/>
          </a:xfrm>
          <a:prstGeom prst="ellipse">
            <a:avLst/>
          </a:prstGeom>
          <a:solidFill>
            <a:srgbClr val="BE5435"/>
          </a:solidFill>
          <a:ln/>
        </p:spPr>
      </p:sp>
      <p:sp>
        <p:nvSpPr>
          <p:cNvPr id="21" name="Text 19"/>
          <p:cNvSpPr/>
          <p:nvPr/>
        </p:nvSpPr>
        <p:spPr>
          <a:xfrm>
            <a:off x="3977640" y="3621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3440" y="3584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385876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Laufen automatisch via setup_startup.sh — manuell jederzeit: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4133088"/>
            <a:ext cx="3931920" cy="384048"/>
          </a:xfrm>
          <a:prstGeom prst="roundRect">
            <a:avLst>
              <a:gd name="adj" fmla="val 11905"/>
            </a:avLst>
          </a:prstGeom>
          <a:solidFill>
            <a:srgbClr val="2D1F18"/>
          </a:solidFill>
          <a:ln/>
        </p:spPr>
      </p:sp>
      <p:sp>
        <p:nvSpPr>
          <p:cNvPr id="25" name="Text 23"/>
          <p:cNvSpPr/>
          <p:nvPr/>
        </p:nvSpPr>
        <p:spPr>
          <a:xfrm>
            <a:off x="4809744" y="41330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.devcontainer/requirements.txt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E5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Basis-Image und Python-Stack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749040" cy="3337560"/>
          </a:xfrm>
          <a:prstGeom prst="roundRect">
            <a:avLst>
              <a:gd name="adj" fmla="val 1918"/>
            </a:avLst>
          </a:prstGeom>
          <a:solidFill>
            <a:srgbClr val="2D1F18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2646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— .devcontainer/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773936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nvidia/cuda: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12.6.2-cudnn-devel-ubuntu24.04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Python 3.12, git, docker CLI,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X11, ffmpeg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Node.js 20 (Claude Code CLI)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venv /app/venv im PATH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/app/new_dev_container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26280" y="12801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Default-Stack — Basic AI/ML Dev Kit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26280" y="15910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pandas · matplotlib · jupyterlab · scikit-learn · torch · transformers · streamlit · …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26280" y="22128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Standardmäßig CPU-Wheels — läuft damit auf beiden Compose-Profilen.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27889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CUDA-12.6-Wheels (nur GPU-Profil sinnvoll):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26280" y="3090672"/>
            <a:ext cx="4069080" cy="969264"/>
          </a:xfrm>
          <a:prstGeom prst="roundRect">
            <a:avLst>
              <a:gd name="adj" fmla="val 4717"/>
            </a:avLst>
          </a:prstGeom>
          <a:solidFill>
            <a:srgbClr val="2D1F18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3090672"/>
            <a:ext cx="3794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--upgrade \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--index-url https://download.pytorch.org/whl/cu126 \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torch torchvision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26280" y="41696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nach dem Basis-Install — nicht in requirements.txt pinnen.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E5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Profile — gleiches Image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913632" cy="2606040"/>
          </a:xfrm>
          <a:prstGeom prst="roundRect">
            <a:avLst>
              <a:gd name="adj" fmla="val 2456"/>
            </a:avLst>
          </a:prstGeom>
          <a:solidFill>
            <a:srgbClr val="F9EDE7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457200" cy="457200"/>
          </a:xfrm>
          <a:prstGeom prst="ellipse">
            <a:avLst/>
          </a:prstGeom>
          <a:solidFill>
            <a:srgbClr val="BE54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540764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38988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— Default</a:t>
            </a:r>
            <a:endParaRPr lang="en-US" sz="1450" dirty="0"/>
          </a:p>
          <a:p>
            <a:pPr indent="0" marL="0">
              <a:buNone/>
            </a:pPr>
            <a:r>
              <a:rPr lang="en-US" sz="1000" dirty="0">
                <a:solidFill>
                  <a:srgbClr val="8A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21031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NVIDIA-GPUs reserviert (count: all)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shm_size: 32 GB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Workspace-Mount via ${localWorkspaceFolder}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81728" y="1207008"/>
            <a:ext cx="3913632" cy="2606040"/>
          </a:xfrm>
          <a:prstGeom prst="roundRect">
            <a:avLst>
              <a:gd name="adj" fmla="val 2456"/>
            </a:avLst>
          </a:prstGeom>
          <a:solidFill>
            <a:srgbClr val="F8F5F2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0328" y="1417320"/>
            <a:ext cx="457200" cy="457200"/>
          </a:xfrm>
          <a:prstGeom prst="ellipse">
            <a:avLst/>
          </a:prstGeom>
          <a:solidFill>
            <a:srgbClr val="9C45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772" y="154076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04688" y="138988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— ohne NVIDIA</a:t>
            </a:r>
            <a:endParaRPr lang="en-US" sz="1450" dirty="0"/>
          </a:p>
          <a:p>
            <a:pPr indent="0" marL="0">
              <a:buNone/>
            </a:pPr>
            <a:r>
              <a:rPr lang="en-US" sz="1000" dirty="0">
                <a:solidFill>
                  <a:srgbClr val="8A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docker-compose.cpu.yml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910328" y="21031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Gleiches Image, keine GPU-Reservation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Laptop, CI-Runner, Apple Silicon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Standalone: docker compose -f … up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041648"/>
            <a:ext cx="8046720" cy="676656"/>
          </a:xfrm>
          <a:prstGeom prst="roundRect">
            <a:avLst>
              <a:gd name="adj" fmla="val 8108"/>
            </a:avLst>
          </a:prstGeom>
          <a:solidFill>
            <a:srgbClr val="2D1F18"/>
          </a:solidFill>
          <a:ln/>
        </p:spPr>
      </p:sp>
      <p:sp>
        <p:nvSpPr>
          <p:cNvPr id="16" name="Text 12"/>
          <p:cNvSpPr/>
          <p:nvPr/>
        </p:nvSpPr>
        <p:spPr>
          <a:xfrm>
            <a:off x="804672" y="4041648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Umschalten in .devcontainer/devcontainer.json:   </a:t>
            </a:r>
            <a:pPr indent="0" marL="0">
              <a:buNone/>
            </a:pPr>
            <a:r>
              <a:rPr lang="en-US" sz="105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"dockerComposeFile": "docker-compose.cpu.yml"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E5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PROJEKTSTRUKTUR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wo lebt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3063240"/>
          </a:xfrm>
          <a:prstGeom prst="roundRect">
            <a:avLst>
              <a:gd name="adj" fmla="val 2090"/>
            </a:avLst>
          </a:prstGeom>
          <a:solidFill>
            <a:srgbClr val="2D1F18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81328"/>
            <a:ext cx="74980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NewDevContainer/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.claude/skills/package-docs/   lädt docs/package_a|b bei Bedarf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.devcontainer/                 Dockerfile · Compose (GPU/CPU) · requirements.txt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.github/                       Copilot-Instructions + Prompt-Files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.vscode/                       geteilte VS-Code-Settings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                           Quellcode — NewWandB als Git-Submodule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data/                          Beispieldaten, keine großen Binaries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docs/package_a|b/              Paket-Referenzen für den Doku-Skill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CLAUDE.md                      Projekt-Kontext für Claude Code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4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ReadMe.md · ReadMe_ger.md      Doku (EN / DE)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NewDevContainer.code-workspace bündelt alles als Multi-Root-Workspace für VS Code.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E5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DEVELOPMENT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Arbeiten im Container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2578608" cy="3017520"/>
          </a:xfrm>
          <a:prstGeom prst="roundRect">
            <a:avLst>
              <a:gd name="adj" fmla="val 2482"/>
            </a:avLst>
          </a:prstGeom>
          <a:solidFill>
            <a:srgbClr val="FCFAF8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463040"/>
            <a:ext cx="457200" cy="457200"/>
          </a:xfrm>
          <a:prstGeom prst="ellipse">
            <a:avLst/>
          </a:prstGeom>
          <a:solidFill>
            <a:srgbClr val="BE54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586484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35024" y="151790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Neues Programm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8096" y="2103120"/>
            <a:ext cx="21396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 unter src/ anlegen, Imports und Funktionen schreiben, Entry Point setzen: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9C4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9C4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"__main__": main()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82696" y="1261872"/>
            <a:ext cx="2578608" cy="3017520"/>
          </a:xfrm>
          <a:prstGeom prst="roundRect">
            <a:avLst>
              <a:gd name="adj" fmla="val 2482"/>
            </a:avLst>
          </a:prstGeom>
          <a:solidFill>
            <a:srgbClr val="FCFAF8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83864" y="1463040"/>
            <a:ext cx="457200" cy="457200"/>
          </a:xfrm>
          <a:prstGeom prst="ellipse">
            <a:avLst/>
          </a:prstGeom>
          <a:solidFill>
            <a:srgbClr val="BE543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308" y="158648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151790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02152" y="2103120"/>
            <a:ext cx="21396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Pakete in .devcontainer/requirements.txt eintragen, dann im Container-Terminal: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9C4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9C4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.devcontainer/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9C4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requirements.txt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16752" y="1261872"/>
            <a:ext cx="2578608" cy="3017520"/>
          </a:xfrm>
          <a:prstGeom prst="roundRect">
            <a:avLst>
              <a:gd name="adj" fmla="val 2482"/>
            </a:avLst>
          </a:prstGeom>
          <a:solidFill>
            <a:srgbClr val="FCFAF8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463040"/>
            <a:ext cx="457200" cy="457200"/>
          </a:xfrm>
          <a:prstGeom prst="ellipse">
            <a:avLst/>
          </a:prstGeom>
          <a:solidFill>
            <a:srgbClr val="BE543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364" y="1586484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03136" y="151790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36208" y="2103120"/>
            <a:ext cx="21396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9C4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src/prog.py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9C4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src/prog.py \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9C4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--arg1 value1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9C4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src.module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Direkt, mit Argumenten oder als Modul.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E5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AI-ASSISTENTEN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— im Container vorinstalliert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4892040" cy="3474720"/>
          </a:xfrm>
          <a:prstGeom prst="roundRect">
            <a:avLst>
              <a:gd name="adj" fmla="val 1842"/>
            </a:avLst>
          </a:prstGeom>
          <a:solidFill>
            <a:srgbClr val="FCFAF8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457200" cy="457200"/>
          </a:xfrm>
          <a:prstGeom prst="ellipse">
            <a:avLst/>
          </a:prstGeom>
          <a:solidFill>
            <a:srgbClr val="5F4B8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540764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63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Konfiguration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011680"/>
            <a:ext cx="4434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automatisch über das DevContainer-Feature ghcr.io/anthropics/…/claude-code:1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Team-Defaults: .claude/settings.json — Modell claude-sonnet-4-6, konservative Tool-Permissions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Persönliche Overrides: .claude/settings.local.json (git-ignored)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Projekt-Kontext: CLAUDE.md im Repo-Root — bei Strukturänderungen aktuell halten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claude im Container-Terminal oder VS-Code-Extension anthropic.claude-code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1207008"/>
            <a:ext cx="2926080" cy="3474720"/>
          </a:xfrm>
          <a:prstGeom prst="roundRect">
            <a:avLst>
              <a:gd name="adj" fmla="val 2188"/>
            </a:avLst>
          </a:prstGeom>
          <a:solidFill>
            <a:srgbClr val="EFEBF7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97880" y="14447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package-docs-Skill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97880" y="181051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Lädt Referenzmaterial aus docs/package_a/ und docs/package_b/, sobald nach API, Beispielen oder Integration dieser Pakete gefragt wird.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97880" y="310896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4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api.md, examples/*.md oder changelog.md </a:t>
            </a:r>
            <a:pPr indent="0" marL="0">
              <a:buNone/>
            </a:pPr>
            <a:r>
              <a:rPr lang="en-US" sz="11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 ablegen — der Skill greift sie ohne weiteres Wiring auf.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E5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AI-ASSISTENTEN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Copilot und gemeinsame Regeln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Copilot: </a:t>
            </a:r>
            <a:pPr indent="0" marL="0">
              <a:buNone/>
            </a:pPr>
            <a:r>
              <a:rPr lang="en-US" sz="115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github.copilot + copilot-chat vorinstalliert — Completions für Python, YAML, Dockerfile, Markdown (Plaintext deaktiviert). Einmal mit Copilot-Lizenz anmelden.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80467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743200"/>
                <a:gridCol w="3611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54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Config-Datei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54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Wirkung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54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1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C45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.github/copilot-instructions.md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1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Pre-Prompt, automatisch in jeder Chat-Session geladen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1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C45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.vscode/settings.json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1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Injiziert CodingRules.md und Paket-Referenzen in die Code-Generierung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1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C45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CLAUDE.md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1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Voller Projekt-Kontext inklusive Coding-Standards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1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GPT / Claude.ai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C45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docs/help/CustomGPT/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1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Standalone-System-Prompts für externe Chatbots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2452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9EDE7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422452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5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Truth: </a:t>
            </a:r>
            <a:pPr indent="0" marL="0">
              <a:buNone/>
            </a:pPr>
            <a:r>
              <a:rPr lang="en-US" sz="1050" dirty="0">
                <a:solidFill>
                  <a:srgbClr val="3125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docs/help/Templates/CodingRules.md</a:t>
            </a:r>
            <a:pPr indent="0" marL="0">
              <a:buNone/>
            </a:pPr>
            <a:r>
              <a:rPr lang="en-US" sz="1150" dirty="0">
                <a:solidFill>
                  <a:srgbClr val="31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einmal ändern, alle Assistenten folgen automatisch.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E5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COMMANDS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Slash-Befehle und Paket-Referenzen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25296"/>
          <a:ext cx="804672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  <a:gridCol w="4480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54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54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passiert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543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C45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/spell-check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C45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/fix-spelling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1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Rechtschreibung/Grammatik in Docs — Code und Fachbegriffe bleiben unangetastet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C45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/read-package-a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C45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/read-package-a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1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Lädt alle Docs aus docs/package_a/ in den Session-Kontext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C45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/read-package-b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C45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/read-package-b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1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Lädt alle Docs aus docs/package_b/ in den Session-Kontext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456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Referenz hinzufügen — package_c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3840480"/>
            <a:ext cx="310896" cy="310896"/>
          </a:xfrm>
          <a:prstGeom prst="ellipse">
            <a:avLst/>
          </a:prstGeom>
          <a:solidFill>
            <a:srgbClr val="BE5435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9264" y="380390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Ordner docs/package_c/ anlegen und Referenz-Markdown ablegen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10128" y="3840480"/>
            <a:ext cx="310896" cy="310896"/>
          </a:xfrm>
          <a:prstGeom prst="ellipse">
            <a:avLst/>
          </a:prstGeom>
          <a:solidFill>
            <a:srgbClr val="BE5435"/>
          </a:solidFill>
          <a:ln/>
        </p:spPr>
      </p:sp>
      <p:sp>
        <p:nvSpPr>
          <p:cNvPr id="11" name="Text 8"/>
          <p:cNvSpPr/>
          <p:nvPr/>
        </p:nvSpPr>
        <p:spPr>
          <a:xfrm>
            <a:off x="3310128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730752" y="380390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Command/Prompt von package_a kopieren und Pfad anpassen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71616" y="3840480"/>
            <a:ext cx="310896" cy="310896"/>
          </a:xfrm>
          <a:prstGeom prst="ellipse">
            <a:avLst/>
          </a:prstGeom>
          <a:solidFill>
            <a:srgbClr val="BE5435"/>
          </a:solidFill>
          <a:ln/>
        </p:spPr>
      </p:sp>
      <p:sp>
        <p:nvSpPr>
          <p:cNvPr id="14" name="Text 11"/>
          <p:cNvSpPr/>
          <p:nvPr/>
        </p:nvSpPr>
        <p:spPr>
          <a:xfrm>
            <a:off x="6071616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92240" y="380390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Copilot: zusätzlich in settings.json und copilot-instructions.md registrieren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E5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Fünf Regeln für jedes Projekt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1289304"/>
            <a:ext cx="384048" cy="384048"/>
          </a:xfrm>
          <a:prstGeom prst="ellipse">
            <a:avLst/>
          </a:prstGeom>
          <a:solidFill>
            <a:srgbClr val="BE543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12" y="1389156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261872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70432" y="15179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Feature-Branches arbeiten — nie direkt auf main committen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94360" y="1984248"/>
            <a:ext cx="384048" cy="384048"/>
          </a:xfrm>
          <a:prstGeom prst="ellipse">
            <a:avLst/>
          </a:prstGeom>
          <a:solidFill>
            <a:srgbClr val="BE543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12" y="2084100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1956816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70432" y="22128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Unit-Tests in src/&lt;modul&gt;/tests/ oder einem Top-Level-tests/-Ordner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594360" y="2679192"/>
            <a:ext cx="384048" cy="384048"/>
          </a:xfrm>
          <a:prstGeom prst="ellipse">
            <a:avLst/>
          </a:prstGeom>
          <a:solidFill>
            <a:srgbClr val="BE543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12" y="2779044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2651760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70432" y="29077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Docstrings: Google-Style für Python, Doxygen für C++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594360" y="3374136"/>
            <a:ext cx="384048" cy="384048"/>
          </a:xfrm>
          <a:prstGeom prst="ellipse">
            <a:avLst/>
          </a:prstGeom>
          <a:solidFill>
            <a:srgbClr val="BE5435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12" y="3473988"/>
            <a:ext cx="184343" cy="18434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70432" y="3346704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Environment-Variablen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70432" y="360273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Daten über .env-Dateien verwalten — bereits git-ignored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594360" y="4069080"/>
            <a:ext cx="384048" cy="384048"/>
          </a:xfrm>
          <a:prstGeom prst="ellipse">
            <a:avLst/>
          </a:prstGeom>
          <a:solidFill>
            <a:srgbClr val="BE5435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12" y="4168932"/>
            <a:ext cx="184343" cy="18434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70432" y="4041648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170432" y="42976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Niemals Credentials oder API-Keys committen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E5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FÜR SCHRITT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unter Windows mit WSL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3950208" cy="1078992"/>
          </a:xfrm>
          <a:prstGeom prst="roundRect">
            <a:avLst>
              <a:gd name="adj" fmla="val 5085"/>
            </a:avLst>
          </a:prstGeom>
          <a:solidFill>
            <a:srgbClr val="FCFAF8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389888"/>
            <a:ext cx="384048" cy="384048"/>
          </a:xfrm>
          <a:prstGeom prst="ellipse">
            <a:avLst/>
          </a:prstGeom>
          <a:solidFill>
            <a:srgbClr val="BE5435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25296" y="1344168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öffnen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25296" y="1600200"/>
            <a:ext cx="3081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WSL-Terminal starten (z. B. Ubuntu)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225296"/>
            <a:ext cx="3950208" cy="1078992"/>
          </a:xfrm>
          <a:prstGeom prst="roundRect">
            <a:avLst>
              <a:gd name="adj" fmla="val 5085"/>
            </a:avLst>
          </a:prstGeom>
          <a:solidFill>
            <a:srgbClr val="FCFAF8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9744" y="1389888"/>
            <a:ext cx="384048" cy="384048"/>
          </a:xfrm>
          <a:prstGeom prst="ellipse">
            <a:avLst/>
          </a:prstGeom>
          <a:solidFill>
            <a:srgbClr val="BE5435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21808" y="1344168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GitHub-Zugang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21808" y="1600200"/>
            <a:ext cx="3081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config user.name/email setzen; SSH-Key (ed25519) erzeugen und unter Settings → SSH Keys hinterlegen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414016"/>
            <a:ext cx="3950208" cy="1078992"/>
          </a:xfrm>
          <a:prstGeom prst="roundRect">
            <a:avLst>
              <a:gd name="adj" fmla="val 5085"/>
            </a:avLst>
          </a:prstGeom>
          <a:solidFill>
            <a:srgbClr val="FCFAF8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" y="2578608"/>
            <a:ext cx="384048" cy="384048"/>
          </a:xfrm>
          <a:prstGeom prst="ellipse">
            <a:avLst/>
          </a:prstGeom>
          <a:solidFill>
            <a:srgbClr val="BE5435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25296" y="2532888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klonen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25296" y="2788920"/>
            <a:ext cx="3081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git@github.com:… — inklusive Submodules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45152" y="2414016"/>
            <a:ext cx="3950208" cy="1078992"/>
          </a:xfrm>
          <a:prstGeom prst="roundRect">
            <a:avLst>
              <a:gd name="adj" fmla="val 5085"/>
            </a:avLst>
          </a:prstGeom>
          <a:solidFill>
            <a:srgbClr val="FCFAF8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9744" y="2578608"/>
            <a:ext cx="384048" cy="384048"/>
          </a:xfrm>
          <a:prstGeom prst="ellipse">
            <a:avLst/>
          </a:prstGeom>
          <a:solidFill>
            <a:srgbClr val="BE5435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21808" y="2532888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aus WSL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21808" y="2788920"/>
            <a:ext cx="3081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. — Extensions: Dev Containers, Remote-WSL bzw. Remote-SSH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602736"/>
            <a:ext cx="3950208" cy="1078992"/>
          </a:xfrm>
          <a:prstGeom prst="roundRect">
            <a:avLst>
              <a:gd name="adj" fmla="val 5085"/>
            </a:avLst>
          </a:prstGeom>
          <a:solidFill>
            <a:srgbClr val="FCFAF8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3232" y="3767328"/>
            <a:ext cx="384048" cy="384048"/>
          </a:xfrm>
          <a:prstGeom prst="ellipse">
            <a:avLst/>
          </a:prstGeom>
          <a:solidFill>
            <a:srgbClr val="BE5435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25296" y="3721608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bauen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225296" y="3977640"/>
            <a:ext cx="3081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→ „Dev Containers: Rebuild and Reopen in Container“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45152" y="3602736"/>
            <a:ext cx="3950208" cy="1078992"/>
          </a:xfrm>
          <a:prstGeom prst="roundRect">
            <a:avLst>
              <a:gd name="adj" fmla="val 5085"/>
            </a:avLst>
          </a:prstGeom>
          <a:solidFill>
            <a:srgbClr val="FCFAF8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9744" y="3767328"/>
            <a:ext cx="384048" cy="384048"/>
          </a:xfrm>
          <a:prstGeom prst="ellipse">
            <a:avLst/>
          </a:prstGeom>
          <a:solidFill>
            <a:srgbClr val="BE5435"/>
          </a:solidFill>
          <a:ln/>
        </p:spPr>
      </p:sp>
      <p:sp>
        <p:nvSpPr>
          <p:cNvPr id="32" name="Text 30"/>
          <p:cNvSpPr/>
          <p:nvPr/>
        </p:nvSpPr>
        <p:spPr>
          <a:xfrm>
            <a:off x="4809744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21808" y="3721608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Pfade &amp; GPU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21808" y="3977640"/>
            <a:ext cx="3081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 v2 setzt ${localWorkspaceFolder} den Pfad automatisch; ohne NVIDIA das CPU-Profil verwenden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E5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drei häufigsten Stolpersteine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78608" cy="2286000"/>
          </a:xfrm>
          <a:prstGeom prst="roundRect">
            <a:avLst>
              <a:gd name="adj" fmla="val 2800"/>
            </a:avLst>
          </a:prstGeom>
          <a:solidFill>
            <a:srgbClr val="F9EDE7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591056"/>
            <a:ext cx="475488" cy="475488"/>
          </a:xfrm>
          <a:prstGeom prst="ellipse">
            <a:avLst/>
          </a:prstGeom>
          <a:solidFill>
            <a:srgbClr val="9C45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478" y="1719438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2231136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startet nicht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68096" y="2560320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Läuft Docker? Sind ausreichende Berechtigungen vorhanden?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82696" y="1371600"/>
            <a:ext cx="2578608" cy="2286000"/>
          </a:xfrm>
          <a:prstGeom prst="roundRect">
            <a:avLst>
              <a:gd name="adj" fmla="val 2800"/>
            </a:avLst>
          </a:prstGeom>
          <a:solidFill>
            <a:srgbClr val="FCFAF8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02152" y="1591056"/>
            <a:ext cx="475488" cy="475488"/>
          </a:xfrm>
          <a:prstGeom prst="ellipse">
            <a:avLst/>
          </a:prstGeom>
          <a:solidFill>
            <a:srgbClr val="9C45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534" y="1719438"/>
            <a:ext cx="218724" cy="2187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2152" y="2231136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not found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02152" y="2560320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prüfen und den pip-Install im Container-Terminal erneut ausführen.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16752" y="1371600"/>
            <a:ext cx="2578608" cy="2286000"/>
          </a:xfrm>
          <a:prstGeom prst="roundRect">
            <a:avLst>
              <a:gd name="adj" fmla="val 2800"/>
            </a:avLst>
          </a:prstGeom>
          <a:solidFill>
            <a:srgbClr val="FCFAF8"/>
          </a:solidFill>
          <a:ln/>
          <a:effectLst>
            <a:outerShdw sx="100000" sy="100000" kx="0" ky="0" algn="bl" rotWithShape="0" blurRad="88900" dist="25400" dir="2700000">
              <a:srgbClr val="26160E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36208" y="1591056"/>
            <a:ext cx="475488" cy="475488"/>
          </a:xfrm>
          <a:prstGeom prst="ellipse">
            <a:avLst/>
          </a:prstGeom>
          <a:solidFill>
            <a:srgbClr val="9C452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590" y="1719438"/>
            <a:ext cx="218724" cy="2187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36208" y="2231136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Pfad-Probleme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236208" y="2560320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Imports in Python prüfen — Startpunkt und Modulpfad müssen zusammenpassen.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3977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Kontext: Troubleshooting-Abschnitt in ReadMe.md / ReadMe_ger.md.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PRINZIP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261872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Klonen.</a:t>
            </a:r>
            <a:endParaRPr lang="en-US" sz="2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Reopen in Container.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30428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Loslegen</a:t>
            </a:r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auf GPU oder CPU.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BE543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364388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40416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· ReadMe_ger.md — Onboarding in beiden Sprachen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74720" y="3520440"/>
            <a:ext cx="457200" cy="457200"/>
          </a:xfrm>
          <a:prstGeom prst="ellipse">
            <a:avLst/>
          </a:prstGeom>
          <a:solidFill>
            <a:srgbClr val="BE543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164" y="364388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69080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AI-Kontext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74720" y="40416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+ .claude/settings.json — bei Änderungen aktuell halten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309360" y="3520440"/>
            <a:ext cx="457200" cy="457200"/>
          </a:xfrm>
          <a:prstGeom prst="ellipse">
            <a:avLst/>
          </a:prstGeom>
          <a:solidFill>
            <a:srgbClr val="BE543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804" y="3643884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309360" y="40416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docs/help/Templates/CodingRules.md — Single Source of Truth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NewSpace Development Template</dc:title>
  <dc:subject>PptxGenJS Presentation</dc:subject>
  <dc:creator>Christian Heinzmann</dc:creator>
  <cp:lastModifiedBy>Christian Heinzmann</cp:lastModifiedBy>
  <cp:revision>1</cp:revision>
  <dcterms:created xsi:type="dcterms:W3CDTF">2026-06-10T10:01:50Z</dcterms:created>
  <dcterms:modified xsi:type="dcterms:W3CDTF">2026-06-10T10:01:50Z</dcterms:modified>
</cp:coreProperties>
</file>