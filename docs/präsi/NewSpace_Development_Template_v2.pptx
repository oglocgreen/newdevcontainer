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DEV-UMGEBUNG · ONBOARDING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207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NewSpace Development Template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 Python-Entwicklungsumgebung mit Dev Containers, Docker und Docker Compose — identisch auf jedem Host-System.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 12.6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20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6451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 im Repo: ReadMe.md (EN) · ReadMe_ger.md (DE)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32120" y="1325880"/>
            <a:ext cx="3246120" cy="2194560"/>
          </a:xfrm>
          <a:prstGeom prst="roundRect">
            <a:avLst>
              <a:gd name="adj" fmla="val 29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78424" y="1444752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5815584" y="1444752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52744" y="1444752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099048" y="13807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dev container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33288" y="1655064"/>
            <a:ext cx="284378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git@github.com:user/repo.git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repo &amp;&amp; code 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Reopen in Container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dev container ...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ready.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(venv) /app/new_dev_container $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Umgebung für das ganze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Vorkonfiguriert und sofort einsatzbereit — unabhängig vom Betriebssystem des Hosts.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023360" cy="1609344"/>
          </a:xfrm>
          <a:prstGeom prst="roundRect">
            <a:avLst>
              <a:gd name="adj" fmla="val 39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4592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99" y="1754551"/>
            <a:ext cx="185075" cy="185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07008" y="1956816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Identische Umgebung auf jedem Host-OS — Abhängigkeiten gepinnt, Konfiguration versioniert.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444752"/>
            <a:ext cx="4023360" cy="1609344"/>
          </a:xfrm>
          <a:prstGeom prst="roundRect">
            <a:avLst>
              <a:gd name="adj" fmla="val 39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64592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239" y="1754551"/>
            <a:ext cx="185075" cy="185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startklar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13248" y="1956816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baut automatisch: Extensions, venv und System-Tools sind vorkonfiguriert.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4023360" cy="1609344"/>
          </a:xfrm>
          <a:prstGeom prst="roundRect">
            <a:avLst>
              <a:gd name="adj" fmla="val 39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340156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3510199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und CPU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07008" y="3712464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Compose-Profile: NVIDIA CUDA 12.6 als Standard oder reines CPU-Setup für Laptop und CI.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200400"/>
            <a:ext cx="4023360" cy="1609344"/>
          </a:xfrm>
          <a:prstGeom prst="roundRect">
            <a:avLst>
              <a:gd name="adj" fmla="val 39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64608" y="340156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239" y="3510199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KI-Assistenten integriert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413248" y="3712464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und GitHub Copilot vorinstalliert — mit gemeinsamen Coding-Regeln.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drei Schritten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06040" cy="3584448"/>
          </a:xfrm>
          <a:prstGeom prst="roundRect">
            <a:avLst>
              <a:gd name="adj" fmla="val 2456"/>
            </a:avLst>
          </a:prstGeom>
          <a:solidFill>
            <a:srgbClr val="EAF6F9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10" y="1894454"/>
            <a:ext cx="143012" cy="143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764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523744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10" y="2607686"/>
            <a:ext cx="143012" cy="143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4780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mit Compose V2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8368" y="3236976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0" y="3320918"/>
            <a:ext cx="143012" cy="143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191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Dev-Containers-Extension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58368" y="3950208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10" y="4034150"/>
            <a:ext cx="143012" cy="143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904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NVIDIA-GPU + Treiber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310128" y="1207008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3"/>
          <p:cNvSpPr/>
          <p:nvPr/>
        </p:nvSpPr>
        <p:spPr>
          <a:xfrm>
            <a:off x="3310128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712464" y="1216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klonen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3712464" y="1517904"/>
            <a:ext cx="4974336" cy="804672"/>
          </a:xfrm>
          <a:prstGeom prst="roundRect">
            <a:avLst>
              <a:gd name="adj" fmla="val 79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858768" y="163677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3995928" y="163677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4133088" y="163677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3913632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git@github.com:your-username/your-repo.git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submodule update --init --recursive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310128" y="2505456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7" name="Text 21"/>
          <p:cNvSpPr/>
          <p:nvPr/>
        </p:nvSpPr>
        <p:spPr>
          <a:xfrm>
            <a:off x="3310128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712464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Container öffnen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3712464" y="2779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fragt automatisch nach »Reopen in Container« — oder per Befehlspalette: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712464" y="3026664"/>
            <a:ext cx="4974336" cy="603504"/>
          </a:xfrm>
          <a:prstGeom prst="roundRect">
            <a:avLst>
              <a:gd name="adj" fmla="val 106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858768" y="314553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26"/>
          <p:cNvSpPr/>
          <p:nvPr/>
        </p:nvSpPr>
        <p:spPr>
          <a:xfrm>
            <a:off x="3995928" y="314553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27"/>
          <p:cNvSpPr/>
          <p:nvPr/>
        </p:nvSpPr>
        <p:spPr>
          <a:xfrm>
            <a:off x="4133088" y="314553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Text 28"/>
          <p:cNvSpPr/>
          <p:nvPr/>
        </p:nvSpPr>
        <p:spPr>
          <a:xfrm>
            <a:off x="3913632" y="33558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Containers: Rebuild and Reopen in Container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310128" y="3813048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6" name="Text 30"/>
          <p:cNvSpPr/>
          <p:nvPr/>
        </p:nvSpPr>
        <p:spPr>
          <a:xfrm>
            <a:off x="3310128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3712464" y="3822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Python-Dependencies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3712464" y="4087368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beim Start (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setup_startup.sh</a:t>
            </a:r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venv 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/app/venv</a:t>
            </a:r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aktiv · manuell: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712464" y="4334256"/>
            <a:ext cx="4974336" cy="603504"/>
          </a:xfrm>
          <a:prstGeom prst="roundRect">
            <a:avLst>
              <a:gd name="adj" fmla="val 106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858768" y="4453128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1" name="Shape 35"/>
          <p:cNvSpPr/>
          <p:nvPr/>
        </p:nvSpPr>
        <p:spPr>
          <a:xfrm>
            <a:off x="3995928" y="4453128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2" name="Shape 36"/>
          <p:cNvSpPr/>
          <p:nvPr/>
        </p:nvSpPr>
        <p:spPr>
          <a:xfrm>
            <a:off x="4133088" y="4453128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43" name="Text 37"/>
          <p:cNvSpPr/>
          <p:nvPr/>
        </p:nvSpPr>
        <p:spPr>
          <a:xfrm>
            <a:off x="3913632" y="46634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.devcontainer/requirements.txt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Container-Image und Python-Stack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60520" cy="731520"/>
          </a:xfrm>
          <a:prstGeom prst="roundRect">
            <a:avLst>
              <a:gd name="adj" fmla="val 75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63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AI/ML-Stack (requirements.txt)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torch · transformers · scikit-learn · jupyterlab · streamlit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160520" cy="731520"/>
          </a:xfrm>
          <a:prstGeom prst="roundRect">
            <a:avLst>
              <a:gd name="adj" fmla="val 7500"/>
            </a:avLst>
          </a:prstGeom>
          <a:solidFill>
            <a:srgbClr val="0E7490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3042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/app/venv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5786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isolierte virtuelle Umgebung — Standard-Interpreter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4160520" cy="731520"/>
          </a:xfrm>
          <a:prstGeom prst="roundRect">
            <a:avLst>
              <a:gd name="adj" fmla="val 7500"/>
            </a:avLst>
          </a:prstGeom>
          <a:solidFill>
            <a:srgbClr val="155E75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1455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System-Pakete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4198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git · Docker-CLI · X11 · ffmpeg · Node.js 20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4160520" cy="731520"/>
          </a:xfrm>
          <a:prstGeom prst="roundRect">
            <a:avLst>
              <a:gd name="adj" fmla="val 7500"/>
            </a:avLst>
          </a:prstGeom>
          <a:solidFill>
            <a:srgbClr val="164E63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986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nvidia/cuda:12.6.2-cudnn-devel-ubuntu24.04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42611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Basis-Image (Ubuntu 24.04)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Schichtaufbau — definiert in .devcontainer/Dockerfile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CPU-Wheels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664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Basis-Stack wird als CPU-Build installiert und läuft damit in beiden Compose-Profilen.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CUDA-12.6-Wheels (nur im GPU-Profil sinnvoll):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596896"/>
            <a:ext cx="3749040" cy="1152144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84064" y="2715768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5221224" y="2715768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358384" y="2715768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292608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--upgrade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--index-url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https://download.pytorch.org/whl/cu126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torch torchvision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</a:t>
            </a:r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ist Bestandteil des Images — Voraussetzung für die Claude-Code-CLI.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Profile: GPU und CPU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23360" cy="2011680"/>
          </a:xfrm>
          <a:prstGeom prst="roundRect">
            <a:avLst>
              <a:gd name="adj" fmla="val 3182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447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61" y="1548445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GPU-Profil (Standard)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93852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.devcontainer/docker-compose.yml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6656" y="223113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NVIDIA-Reservierung: count: all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shm_size: 32 GB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Wann: NVIDIA-GPU und Treiber vorhanden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61872"/>
            <a:ext cx="4023360" cy="2011680"/>
          </a:xfrm>
          <a:prstGeom prst="roundRect">
            <a:avLst>
              <a:gd name="adj" fmla="val 3182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4447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301" y="1548445"/>
            <a:ext cx="176662" cy="176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CPU-Profil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64608" y="193852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.devcontainer/docker-compose.cpu.yml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82896" y="223113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Image — ohne GPU-Reservierung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Wann: Laptop, CI-Runner, Apple Silicon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auch standalone möglich (unten)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3520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wechseln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" y="3913632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5"/>
          <p:cNvSpPr/>
          <p:nvPr/>
        </p:nvSpPr>
        <p:spPr>
          <a:xfrm>
            <a:off x="740664" y="3913632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6"/>
          <p:cNvSpPr/>
          <p:nvPr/>
        </p:nvSpPr>
        <p:spPr>
          <a:xfrm>
            <a:off x="877824" y="3913632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" y="4123944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devcontainer.json:  "dockerComposeFile": "docker-compose.cpu.yml"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.devcontainer/docker-compose.cpu.yml 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66360" cy="3611880"/>
          </a:xfrm>
          <a:prstGeom prst="roundRect">
            <a:avLst>
              <a:gd name="adj" fmla="val 177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53312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1353312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353312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8930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NewDevContainer/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563624"/>
            <a:ext cx="476402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NewDevContainer/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.claude/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skills/package-docs/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.devcontainer/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Dockerfile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docker-compose.yml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docker-compose.cpu.yml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requirements.txt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.github/   +-- .vscode/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src/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NewWandB/   (Submodule)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data/      +-- docs/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(package_a/ + package_b/)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CLAUDE.md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ReadMe.md / ReadMe_ger.md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2344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16752" y="1325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.devcontainer/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beide Compose-Profile und requirements.txt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2167128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16752" y="22585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 und CLAUDE.md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16752" y="24780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Team-Defaults, Commands, Skills und Projektkontext für Claude Code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3099816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31912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docs/package_a|b/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16752" y="3410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Paket-Referenzen — werden von Skills bei Bedarf geladen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4032504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16752" y="41239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src/NewWandB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16752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Git-Submodule — nach dem Klonen initialisieren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 IM CONTAINER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51760" cy="3154680"/>
          </a:xfrm>
          <a:prstGeom prst="roundRect">
            <a:avLst>
              <a:gd name="adj" fmla="val 2414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543507"/>
            <a:ext cx="168250" cy="168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Datei unter src/ anlegen, Module importieren, Entry-Point definieren.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" y="2724912"/>
            <a:ext cx="2359152" cy="1517904"/>
          </a:xfrm>
          <a:prstGeom prst="roundRect">
            <a:avLst>
              <a:gd name="adj" fmla="val 4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843784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886968" y="2843784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024128" y="2843784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054096"/>
            <a:ext cx="1956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src/my_tool.py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261872"/>
            <a:ext cx="2651760" cy="3154680"/>
          </a:xfrm>
          <a:prstGeom prst="roundRect">
            <a:avLst>
              <a:gd name="adj" fmla="val 2414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66160" y="144475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15" y="1543507"/>
            <a:ext cx="168250" cy="168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41648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66160" y="19202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Pakete in requirements.txt eintragen, dann installieren.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529584" y="2724912"/>
            <a:ext cx="2359152" cy="1517904"/>
          </a:xfrm>
          <a:prstGeom prst="roundRect">
            <a:avLst>
              <a:gd name="adj" fmla="val 4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75888" y="2843784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7"/>
          <p:cNvSpPr/>
          <p:nvPr/>
        </p:nvSpPr>
        <p:spPr>
          <a:xfrm>
            <a:off x="3813048" y="2843784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18"/>
          <p:cNvSpPr/>
          <p:nvPr/>
        </p:nvSpPr>
        <p:spPr>
          <a:xfrm>
            <a:off x="3950208" y="2843784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19"/>
          <p:cNvSpPr/>
          <p:nvPr/>
        </p:nvSpPr>
        <p:spPr>
          <a:xfrm>
            <a:off x="3730752" y="3054096"/>
            <a:ext cx="1956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.devcontainer/\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Successfully installed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309360" y="1261872"/>
            <a:ext cx="2651760" cy="3154680"/>
          </a:xfrm>
          <a:prstGeom prst="roundRect">
            <a:avLst>
              <a:gd name="adj" fmla="val 2414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0" y="144475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1543507"/>
            <a:ext cx="168250" cy="1682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67728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Ausführen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92240" y="19202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Direkt, mit Argumenten oder als Modul.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455664" y="2724912"/>
            <a:ext cx="2359152" cy="1517904"/>
          </a:xfrm>
          <a:prstGeom prst="roundRect">
            <a:avLst>
              <a:gd name="adj" fmla="val 4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01968" y="2843784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6"/>
          <p:cNvSpPr/>
          <p:nvPr/>
        </p:nvSpPr>
        <p:spPr>
          <a:xfrm>
            <a:off x="6739128" y="2843784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7"/>
          <p:cNvSpPr/>
          <p:nvPr/>
        </p:nvSpPr>
        <p:spPr>
          <a:xfrm>
            <a:off x="6876288" y="2843784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8"/>
          <p:cNvSpPr/>
          <p:nvPr/>
        </p:nvSpPr>
        <p:spPr>
          <a:xfrm>
            <a:off x="6656832" y="3054096"/>
            <a:ext cx="1956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src/app.py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src/app.py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--arg1 value1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src.your_module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und GitHub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23360" cy="2743200"/>
          </a:xfrm>
          <a:prstGeom prst="roundRect">
            <a:avLst>
              <a:gd name="adj" fmla="val 2333"/>
            </a:avLst>
          </a:prstGeom>
          <a:solidFill>
            <a:srgbClr val="EAF6F9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447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61" y="1548445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1975104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via Dev-Container-Feature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Terminal oder VS-Code-Extension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Team-Defaults: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(claude-sonnet-4-6)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(git-ignored)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bitte aktuell halten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261872"/>
            <a:ext cx="4023360" cy="2743200"/>
          </a:xfrm>
          <a:prstGeom prst="roundRect">
            <a:avLst>
              <a:gd name="adj" fmla="val 2333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444752"/>
            <a:ext cx="384048" cy="384048"/>
          </a:xfrm>
          <a:prstGeom prst="ellipse">
            <a:avLst/>
          </a:prstGeom>
          <a:solidFill>
            <a:srgbClr val="2429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301" y="1548445"/>
            <a:ext cx="176662" cy="176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82896" y="1975104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copilot-chat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vorinstalliert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YAML, Dockerfile, Markdown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 mit Copilot-Lizenz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Pre-Prompt: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eingebunden über </a:t>
            </a:r>
            <a:pPr algn="l" indent="0" marL="0">
              <a:buNone/>
            </a:pPr>
            <a:r>
              <a:rPr lang="en-US" sz="95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.vscode/settings.json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Assistenten laufen parallel — Werkzeug je nach Aufgabe wählen.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Regel-Quelle für alle Assistenten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514600" cy="1078992"/>
          </a:xfrm>
          <a:prstGeom prst="roundRect">
            <a:avLst>
              <a:gd name="adj" fmla="val 5932"/>
            </a:avLst>
          </a:prstGeom>
          <a:solidFill>
            <a:srgbClr val="155E75"/>
          </a:solidFill>
          <a:ln/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700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docs/help/Templates/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130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CodingRules.md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ändern — alle Werkzeuge folgen.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2112264"/>
            <a:ext cx="1188720" cy="-62179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207008"/>
            <a:ext cx="452628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1261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</a:t>
            </a:r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 · .vscode/settings.json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2112264"/>
            <a:ext cx="1188720" cy="914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60520" y="1920240"/>
            <a:ext cx="452628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25112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</a:t>
            </a:r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(voller Projektkontext)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2112264"/>
            <a:ext cx="1188720" cy="80467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2633472"/>
            <a:ext cx="452628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25112" y="2688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 / Claude.ai — </a:t>
            </a:r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docs/help/CustomGPT/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Commands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84448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4389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/spell-check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/fix-spelling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Rechtschreibung in Docs korrigieren — Code bleibt unberührt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docs/package_a/ in den Sitzungskontext laden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5E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/read-package-b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docs/package_b/ in den Sitzungskontext laden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Paket: </a:t>
            </a:r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docs/package_c/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anlegen, read-Command/Prompt kopieren, Pfad anpassen und registrieren.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KONVENTIONEN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51" y="1407079"/>
            <a:ext cx="185075" cy="185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Versionskontrolle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360" y="12801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Feature-Branches arbeiten — nie direkt auf main committen.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856232"/>
            <a:ext cx="8183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116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1" y="2120311"/>
            <a:ext cx="185075" cy="185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9933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23360" y="19933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unter src/&lt;module&gt;/tests/ oder im Top-Level-Ordner tests/.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2569464"/>
            <a:ext cx="8183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1" y="2833543"/>
            <a:ext cx="185075" cy="185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70662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023360" y="27066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im Google-Style für Python, Doxygen für C++.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282696"/>
            <a:ext cx="8183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3438144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1" y="3546775"/>
            <a:ext cx="185075" cy="185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Umgebungsvariablen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023360" y="34198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Daten über .env-Dateien verwalten — bereits git-ignored.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3995928"/>
            <a:ext cx="8183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02920" y="4151376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1" y="4260007"/>
            <a:ext cx="185075" cy="1850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41330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Secrets im Repo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023360" y="41330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und API-Keys werden niemals committet.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WSL-Setup und Troubleshooting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" y="1378915"/>
            <a:ext cx="168250" cy="168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für Schritt (WSL)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755648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746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6824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WSL-Terminal öffnen, Git konfigurieren: </a:t>
            </a:r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/ user.email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2768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 erzeugen (</a:t>
            </a:r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ssh-keygen -t ed25519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und Public Key bei GitHub hinterlegen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816352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8072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per SSH klonen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346704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3375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aus WSL starten: </a:t>
            </a:r>
            <a:pPr indent="0" marL="0">
              <a:buNone/>
            </a:pPr>
            <a:r>
              <a:rPr lang="en-US" sz="9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877056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8679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Dev Containers + Remote-WSL (lokal) bzw. Remote-SSH (Server)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4407408"/>
            <a:ext cx="246888" cy="2468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43982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" y="43342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Befehlspalette: »Rebuild and Reopen in Container«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1261872"/>
            <a:ext cx="3977640" cy="1993392"/>
          </a:xfrm>
          <a:prstGeom prst="roundRect">
            <a:avLst>
              <a:gd name="adj" fmla="val 321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635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92040" y="142646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857" y="1520281"/>
            <a:ext cx="159837" cy="15983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49240" y="1453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4919472" y="18470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startet nicht — 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Docker? Berechtigungen ausreichend?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919472" y="23042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not found — 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prüfen, pip install -r erneut ausführen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919472" y="27614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Pfadprobleme — </a:t>
            </a:r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Imports im Python-Code prüfen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709160" y="33832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Workspace-Pfad: </a:t>
            </a:r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v2 automatisch via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${localWorkspaceFolder}</a:t>
            </a:r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Start außerhalb von VS Code: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709160" y="3931920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855464" y="4050792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1"/>
          <p:cNvSpPr/>
          <p:nvPr/>
        </p:nvSpPr>
        <p:spPr>
          <a:xfrm>
            <a:off x="4992624" y="4050792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2"/>
          <p:cNvSpPr/>
          <p:nvPr/>
        </p:nvSpPr>
        <p:spPr>
          <a:xfrm>
            <a:off x="5129784" y="4050792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3"/>
          <p:cNvSpPr/>
          <p:nvPr/>
        </p:nvSpPr>
        <p:spPr>
          <a:xfrm>
            <a:off x="4910328" y="4261104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localWorkspaceFolder=/pfad/zum/projekt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 compose up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in vier Zeilen startklar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120640" cy="1463040"/>
          </a:xfrm>
          <a:prstGeom prst="roundRect">
            <a:avLst>
              <a:gd name="adj" fmla="val 437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810512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810512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1810512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7465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4088" y="2020824"/>
            <a:ext cx="4718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git@github.com:user/repo.git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repo &amp;&amp; git submodule update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--init --recursive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Containers: Reopen in Container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2084832"/>
            <a:ext cx="274320" cy="274320"/>
          </a:xfrm>
          <a:prstGeom prst="ellipse">
            <a:avLst/>
          </a:prstGeom>
          <a:solidFill>
            <a:srgbClr val="23863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3386" y="2158898"/>
            <a:ext cx="126187" cy="1261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82512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bei Strukturänderungen aktualisieren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2651760"/>
            <a:ext cx="274320" cy="274320"/>
          </a:xfrm>
          <a:prstGeom prst="ellipse">
            <a:avLst/>
          </a:prstGeom>
          <a:solidFill>
            <a:srgbClr val="23863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386" y="2725826"/>
            <a:ext cx="126187" cy="1261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82512" y="2578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CodingRules.md ist die eine Regel-Quelle für alle Assistenten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3218688"/>
            <a:ext cx="274320" cy="274320"/>
          </a:xfrm>
          <a:prstGeom prst="ellipse">
            <a:avLst/>
          </a:prstGeom>
          <a:solidFill>
            <a:srgbClr val="2386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86" y="3292754"/>
            <a:ext cx="126187" cy="1261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1455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NVIDIA-GPU: CPU-Profil verwenden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0292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Terminal im Container öffnen — venv ist aktiv, claude und Copilot stehen bereit.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NewSpace Development Template  ·  ReadMe.md / ReadMe_ger.md im Repo-Root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NewSpace Development Template</dc:title>
  <dc:subject>Standardisierte Python-Entwicklungsumgebung</dc:subject>
  <dc:creator>Christian Heinzmann</dc:creator>
  <cp:lastModifiedBy>Christian Heinzmann</cp:lastModifiedBy>
  <cp:revision>1</cp:revision>
  <dcterms:created xsi:type="dcterms:W3CDTF">2026-06-10T10:17:13Z</dcterms:created>
  <dcterms:modified xsi:type="dcterms:W3CDTF">2026-06-10T10:17:13Z</dcterms:modified>
</cp:coreProperties>
</file>