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50">
          <p15:clr>
            <a:srgbClr val="A4A3A4"/>
          </p15:clr>
        </p15:guide>
        <p15:guide id="2" pos="7423">
          <p15:clr>
            <a:srgbClr val="A4A3A4"/>
          </p15:clr>
        </p15:guide>
        <p15:guide id="3" orient="horz" pos="1361">
          <p15:clr>
            <a:srgbClr val="A4A3A4"/>
          </p15:clr>
        </p15:guide>
        <p15:guide id="4" orient="horz" pos="3932">
          <p15:clr>
            <a:srgbClr val="A4A3A4"/>
          </p15:clr>
        </p15:guide>
        <p15:guide id="5" orient="horz" pos="1194">
          <p15:clr>
            <a:srgbClr val="A4A3A4"/>
          </p15:clr>
        </p15:guide>
        <p15:guide id="6" pos="2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50" orient="horz"/>
        <p:guide pos="7423"/>
        <p:guide pos="1361" orient="horz"/>
        <p:guide pos="3932" orient="horz"/>
        <p:guide pos="1194" orient="horz"/>
        <p:guide pos="2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19285b83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519285b83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19285b83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519285b83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19285b834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519285b834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1ec7bb66a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51ec7bb66a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1ec7bb66a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51ec7bb66a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/Untertitel mit Bild" showMasterSp="0">
  <p:cSld name="Titel/Untertitel mit Bild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>
            <p:ph idx="2" type="pic"/>
          </p:nvPr>
        </p:nvSpPr>
        <p:spPr>
          <a:xfrm>
            <a:off x="0" y="1449388"/>
            <a:ext cx="12192000" cy="5408616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0" y="4176717"/>
            <a:ext cx="12192000" cy="268128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386000" spcFirstLastPara="1" rIns="612000" wrap="square" tIns="626400">
            <a:noAutofit/>
          </a:bodyPr>
          <a:lstStyle>
            <a:lvl1pPr lv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1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"/>
          <p:cNvSpPr txBox="1"/>
          <p:nvPr>
            <p:ph idx="11" type="ftr"/>
          </p:nvPr>
        </p:nvSpPr>
        <p:spPr>
          <a:xfrm>
            <a:off x="406401" y="6984001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"/>
          <p:cNvSpPr txBox="1"/>
          <p:nvPr>
            <p:ph idx="12" type="sldNum"/>
          </p:nvPr>
        </p:nvSpPr>
        <p:spPr>
          <a:xfrm>
            <a:off x="9883778" y="6984001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"/>
          <p:cNvSpPr txBox="1"/>
          <p:nvPr>
            <p:ph idx="10" type="dt"/>
          </p:nvPr>
        </p:nvSpPr>
        <p:spPr>
          <a:xfrm>
            <a:off x="406401" y="260078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None/>
              <a:defRPr sz="142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body"/>
          </p:nvPr>
        </p:nvSpPr>
        <p:spPr>
          <a:xfrm>
            <a:off x="1386000" y="5311011"/>
            <a:ext cx="10397484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386000" y="6372000"/>
            <a:ext cx="1039748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2"/>
          <p:cNvSpPr/>
          <p:nvPr/>
        </p:nvSpPr>
        <p:spPr>
          <a:xfrm>
            <a:off x="1152000" y="4904882"/>
            <a:ext cx="128211" cy="204934"/>
          </a:xfrm>
          <a:custGeom>
            <a:rect b="b" l="l" r="r" t="t"/>
            <a:pathLst>
              <a:path extrusionOk="0" h="120055" w="120174">
                <a:moveTo>
                  <a:pt x="0" y="0"/>
                </a:moveTo>
                <a:lnTo>
                  <a:pt x="58196" y="60618"/>
                </a:lnTo>
                <a:lnTo>
                  <a:pt x="0" y="120055"/>
                </a:lnTo>
                <a:lnTo>
                  <a:pt x="49460" y="120055"/>
                </a:lnTo>
                <a:lnTo>
                  <a:pt x="120173" y="60618"/>
                </a:lnTo>
                <a:lnTo>
                  <a:pt x="49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3084" y="305319"/>
            <a:ext cx="1940400" cy="9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2"/>
          <p:cNvGrpSpPr/>
          <p:nvPr/>
        </p:nvGrpSpPr>
        <p:grpSpPr>
          <a:xfrm>
            <a:off x="406398" y="-468000"/>
            <a:ext cx="14521602" cy="1980001"/>
            <a:chOff x="304800" y="-468001"/>
            <a:chExt cx="10891200" cy="1980001"/>
          </a:xfrm>
        </p:grpSpPr>
        <p:sp>
          <p:nvSpPr>
            <p:cNvPr id="40" name="Google Shape;40;p2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42" name="Google Shape;42;p2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43" name="Google Shape;43;p2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631">
          <p15:clr>
            <a:srgbClr val="FBAE40"/>
          </p15:clr>
        </p15:guide>
        <p15:guide id="2" orient="horz" pos="91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mit Bild" showMasterSp="0">
  <p:cSld name="Titel mit Bild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>
            <p:ph idx="2" type="pic"/>
          </p:nvPr>
        </p:nvSpPr>
        <p:spPr>
          <a:xfrm>
            <a:off x="0" y="1449388"/>
            <a:ext cx="12192000" cy="5408616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type="ctrTitle"/>
          </p:nvPr>
        </p:nvSpPr>
        <p:spPr>
          <a:xfrm>
            <a:off x="0" y="4176717"/>
            <a:ext cx="12192000" cy="268128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386000" spcFirstLastPara="1" rIns="612000" wrap="square" tIns="626400">
            <a:noAutofit/>
          </a:bodyPr>
          <a:lstStyle>
            <a:lvl1pPr lv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30"/>
              <a:buNone/>
              <a:defRPr sz="503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0" type="dt"/>
          </p:nvPr>
        </p:nvSpPr>
        <p:spPr>
          <a:xfrm>
            <a:off x="406401" y="260078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None/>
              <a:defRPr sz="142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1" type="ftr"/>
          </p:nvPr>
        </p:nvSpPr>
        <p:spPr>
          <a:xfrm>
            <a:off x="1386000" y="6372000"/>
            <a:ext cx="10398013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"/>
          <p:cNvSpPr/>
          <p:nvPr/>
        </p:nvSpPr>
        <p:spPr>
          <a:xfrm>
            <a:off x="1026073" y="4914407"/>
            <a:ext cx="180261" cy="288132"/>
          </a:xfrm>
          <a:custGeom>
            <a:rect b="b" l="l" r="r" t="t"/>
            <a:pathLst>
              <a:path extrusionOk="0" h="120055" w="120174">
                <a:moveTo>
                  <a:pt x="0" y="0"/>
                </a:moveTo>
                <a:lnTo>
                  <a:pt x="58196" y="60618"/>
                </a:lnTo>
                <a:lnTo>
                  <a:pt x="0" y="120055"/>
                </a:lnTo>
                <a:lnTo>
                  <a:pt x="49460" y="120055"/>
                </a:lnTo>
                <a:lnTo>
                  <a:pt x="120173" y="60618"/>
                </a:lnTo>
                <a:lnTo>
                  <a:pt x="49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 txBox="1"/>
          <p:nvPr>
            <p:ph idx="12" type="sldNum"/>
          </p:nvPr>
        </p:nvSpPr>
        <p:spPr>
          <a:xfrm>
            <a:off x="9883778" y="6984000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3084" y="305319"/>
            <a:ext cx="1940400" cy="9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3"/>
          <p:cNvGrpSpPr/>
          <p:nvPr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53" name="Google Shape;53;p3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3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55" name="Google Shape;55;p3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56" name="Google Shape;56;p3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57" name="Google Shape;57;p3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631">
          <p15:clr>
            <a:srgbClr val="FBAE40"/>
          </p15:clr>
        </p15:guide>
        <p15:guide id="2" orient="horz" pos="91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mit Bild INSTITUTS-LOGO" showMasterSp="0">
  <p:cSld name="Titel mit Bild INSTITUTS-LOGO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>
            <p:ph idx="2" type="pic"/>
          </p:nvPr>
        </p:nvSpPr>
        <p:spPr>
          <a:xfrm>
            <a:off x="0" y="1449388"/>
            <a:ext cx="12192000" cy="5408616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4"/>
          <p:cNvSpPr txBox="1"/>
          <p:nvPr>
            <p:ph type="ctrTitle"/>
          </p:nvPr>
        </p:nvSpPr>
        <p:spPr>
          <a:xfrm>
            <a:off x="0" y="4176717"/>
            <a:ext cx="12192000" cy="268128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386000" spcFirstLastPara="1" rIns="612000" wrap="square" tIns="626400">
            <a:noAutofit/>
          </a:bodyPr>
          <a:lstStyle>
            <a:lvl1pPr lv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30"/>
              <a:buNone/>
              <a:defRPr sz="503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"/>
          <p:cNvSpPr txBox="1"/>
          <p:nvPr>
            <p:ph idx="10" type="dt"/>
          </p:nvPr>
        </p:nvSpPr>
        <p:spPr>
          <a:xfrm>
            <a:off x="406401" y="-359999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None/>
              <a:defRPr sz="142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"/>
          <p:cNvSpPr txBox="1"/>
          <p:nvPr>
            <p:ph idx="11" type="ftr"/>
          </p:nvPr>
        </p:nvSpPr>
        <p:spPr>
          <a:xfrm>
            <a:off x="1386000" y="6372000"/>
            <a:ext cx="10397484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"/>
          <p:cNvSpPr/>
          <p:nvPr/>
        </p:nvSpPr>
        <p:spPr>
          <a:xfrm>
            <a:off x="1026000" y="4914406"/>
            <a:ext cx="180261" cy="288132"/>
          </a:xfrm>
          <a:custGeom>
            <a:rect b="b" l="l" r="r" t="t"/>
            <a:pathLst>
              <a:path extrusionOk="0" h="120055" w="120174">
                <a:moveTo>
                  <a:pt x="0" y="0"/>
                </a:moveTo>
                <a:lnTo>
                  <a:pt x="58196" y="60618"/>
                </a:lnTo>
                <a:lnTo>
                  <a:pt x="0" y="120055"/>
                </a:lnTo>
                <a:lnTo>
                  <a:pt x="49460" y="120055"/>
                </a:lnTo>
                <a:lnTo>
                  <a:pt x="120173" y="60618"/>
                </a:lnTo>
                <a:lnTo>
                  <a:pt x="49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407200" y="305319"/>
            <a:ext cx="2088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"/>
          <p:cNvSpPr txBox="1"/>
          <p:nvPr>
            <p:ph idx="3" type="body"/>
          </p:nvPr>
        </p:nvSpPr>
        <p:spPr>
          <a:xfrm>
            <a:off x="2622400" y="304709"/>
            <a:ext cx="2088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"/>
          <p:cNvSpPr txBox="1"/>
          <p:nvPr>
            <p:ph idx="12" type="sldNum"/>
          </p:nvPr>
        </p:nvSpPr>
        <p:spPr>
          <a:xfrm>
            <a:off x="9883778" y="6984000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3084" y="305319"/>
            <a:ext cx="1940400" cy="90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4"/>
          <p:cNvGrpSpPr/>
          <p:nvPr/>
        </p:nvGrpSpPr>
        <p:grpSpPr>
          <a:xfrm>
            <a:off x="406397" y="-467999"/>
            <a:ext cx="14521603" cy="7668000"/>
            <a:chOff x="304799" y="-468000"/>
            <a:chExt cx="10891201" cy="7668000"/>
          </a:xfrm>
        </p:grpSpPr>
        <p:sp>
          <p:nvSpPr>
            <p:cNvPr id="69" name="Google Shape;69;p4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71" name="Google Shape;71;p4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72" name="Google Shape;72;p4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631">
          <p15:clr>
            <a:srgbClr val="FBAE40"/>
          </p15:clr>
        </p15:guide>
        <p15:guide id="2" orient="horz" pos="91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>
  <p:cSld name="Titelfoli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 txBox="1"/>
          <p:nvPr>
            <p:ph type="ctrTitle"/>
          </p:nvPr>
        </p:nvSpPr>
        <p:spPr>
          <a:xfrm>
            <a:off x="727085" y="3768205"/>
            <a:ext cx="11056403" cy="15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1"/>
              <a:buNone/>
              <a:defRPr sz="520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10" type="dt"/>
          </p:nvPr>
        </p:nvSpPr>
        <p:spPr>
          <a:xfrm>
            <a:off x="406401" y="260078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20"/>
              <a:buNone/>
              <a:defRPr sz="142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11" type="ftr"/>
          </p:nvPr>
        </p:nvSpPr>
        <p:spPr>
          <a:xfrm>
            <a:off x="727081" y="5399999"/>
            <a:ext cx="11056403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800" y="3943332"/>
            <a:ext cx="180000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>
            <p:ph idx="12" type="sldNum"/>
          </p:nvPr>
        </p:nvSpPr>
        <p:spPr>
          <a:xfrm>
            <a:off x="9883778" y="6984000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3192" y="305318"/>
            <a:ext cx="1940297" cy="9019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" name="Google Shape;81;p5"/>
          <p:cNvGrpSpPr/>
          <p:nvPr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82" name="Google Shape;82;p5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84" name="Google Shape;84;p5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86" name="Google Shape;86;p5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titel" showMasterSp="0">
  <p:cSld name="Zwischentitel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"/>
          <p:cNvPicPr preferRelativeResize="0"/>
          <p:nvPr/>
        </p:nvPicPr>
        <p:blipFill rotWithShape="1">
          <a:blip r:embed="rId2">
            <a:alphaModFix/>
          </a:blip>
          <a:srcRect b="0" l="0" r="0" t="14167"/>
          <a:stretch/>
        </p:blipFill>
        <p:spPr>
          <a:xfrm>
            <a:off x="0" y="1098550"/>
            <a:ext cx="12192000" cy="57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 txBox="1"/>
          <p:nvPr>
            <p:ph type="ctrTitle"/>
          </p:nvPr>
        </p:nvSpPr>
        <p:spPr>
          <a:xfrm>
            <a:off x="1530728" y="2160001"/>
            <a:ext cx="10252761" cy="15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6"/>
          <p:cNvSpPr txBox="1"/>
          <p:nvPr>
            <p:ph idx="1" type="body"/>
          </p:nvPr>
        </p:nvSpPr>
        <p:spPr>
          <a:xfrm>
            <a:off x="1530728" y="3905249"/>
            <a:ext cx="10252761" cy="233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000" y="2376000"/>
            <a:ext cx="180000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0183" y="307131"/>
            <a:ext cx="1333301" cy="6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6"/>
          <p:cNvGrpSpPr/>
          <p:nvPr/>
        </p:nvGrpSpPr>
        <p:grpSpPr>
          <a:xfrm>
            <a:off x="406397" y="-468000"/>
            <a:ext cx="14521603" cy="7668001"/>
            <a:chOff x="304799" y="-468001"/>
            <a:chExt cx="10891201" cy="7668001"/>
          </a:xfrm>
        </p:grpSpPr>
        <p:sp>
          <p:nvSpPr>
            <p:cNvPr id="97" name="Google Shape;97;p6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99" name="Google Shape;99;p6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100" name="Google Shape;100;p6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101" name="Google Shape;101;p6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halt">
  <p:cSld name="Headline // Inhal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7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406405" y="2160589"/>
            <a:ext cx="11377084" cy="4083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halt // 3 Bilder">
  <p:cSld name="Headline // Inhalt // 3 Bil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8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406405" y="2160588"/>
            <a:ext cx="11377084" cy="2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  <p:sp>
        <p:nvSpPr>
          <p:cNvPr id="114" name="Google Shape;114;p8"/>
          <p:cNvSpPr/>
          <p:nvPr>
            <p:ph idx="2" type="pic"/>
          </p:nvPr>
        </p:nvSpPr>
        <p:spPr>
          <a:xfrm>
            <a:off x="406400" y="4361763"/>
            <a:ext cx="3658080" cy="1881877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8"/>
          <p:cNvSpPr/>
          <p:nvPr>
            <p:ph idx="3" type="pic"/>
          </p:nvPr>
        </p:nvSpPr>
        <p:spPr>
          <a:xfrm>
            <a:off x="4265901" y="4361763"/>
            <a:ext cx="3658080" cy="1881877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8"/>
          <p:cNvSpPr/>
          <p:nvPr>
            <p:ph idx="4" type="pic"/>
          </p:nvPr>
        </p:nvSpPr>
        <p:spPr>
          <a:xfrm>
            <a:off x="8125404" y="4361763"/>
            <a:ext cx="3658080" cy="188187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halt // Bild">
  <p:cSld name="Headline // Inhalt // Bild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9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9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9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406400" y="2160588"/>
            <a:ext cx="7128933" cy="408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  <p:sp>
        <p:nvSpPr>
          <p:cNvPr id="123" name="Google Shape;123;p9"/>
          <p:cNvSpPr/>
          <p:nvPr>
            <p:ph idx="2" type="pic"/>
          </p:nvPr>
        </p:nvSpPr>
        <p:spPr>
          <a:xfrm>
            <a:off x="7920569" y="2221920"/>
            <a:ext cx="3862920" cy="39598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747">
          <p15:clr>
            <a:srgbClr val="FBAE40"/>
          </p15:clr>
        </p15:guide>
        <p15:guide id="2" pos="4989">
          <p15:clr>
            <a:srgbClr val="FBAE40"/>
          </p15:clr>
        </p15:guide>
        <p15:guide id="3" orient="horz" pos="38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itat" showMasterSp="0">
  <p:cSld name="Zita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>
            <p:ph idx="2" type="pic"/>
          </p:nvPr>
        </p:nvSpPr>
        <p:spPr>
          <a:xfrm>
            <a:off x="5" y="1098550"/>
            <a:ext cx="12191999" cy="575945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0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0"/>
          <p:cNvSpPr txBox="1"/>
          <p:nvPr>
            <p:ph idx="1" type="body"/>
          </p:nvPr>
        </p:nvSpPr>
        <p:spPr>
          <a:xfrm>
            <a:off x="0" y="1098550"/>
            <a:ext cx="12192000" cy="575945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954800" spcFirstLastPara="1" rIns="1501200" wrap="square" tIns="12600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b="1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SzPts val="1500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1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10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0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0" y="1368000"/>
            <a:ext cx="1390678" cy="1125430"/>
          </a:xfrm>
          <a:custGeom>
            <a:rect b="b" l="l" r="r" t="t"/>
            <a:pathLst>
              <a:path extrusionOk="0" h="121014" w="120405">
                <a:moveTo>
                  <a:pt x="37170" y="0"/>
                </a:moveTo>
                <a:cubicBezTo>
                  <a:pt x="27652" y="4250"/>
                  <a:pt x="19813" y="10097"/>
                  <a:pt x="13686" y="17505"/>
                </a:cubicBezTo>
                <a:cubicBezTo>
                  <a:pt x="7527" y="24951"/>
                  <a:pt x="3328" y="33333"/>
                  <a:pt x="1058" y="42690"/>
                </a:cubicBezTo>
                <a:cubicBezTo>
                  <a:pt x="653" y="44250"/>
                  <a:pt x="311" y="45926"/>
                  <a:pt x="0" y="47680"/>
                </a:cubicBezTo>
                <a:lnTo>
                  <a:pt x="0" y="121014"/>
                </a:lnTo>
                <a:lnTo>
                  <a:pt x="42271" y="121014"/>
                </a:lnTo>
                <a:lnTo>
                  <a:pt x="42271" y="65107"/>
                </a:lnTo>
                <a:lnTo>
                  <a:pt x="20653" y="65107"/>
                </a:lnTo>
                <a:cubicBezTo>
                  <a:pt x="20871" y="54074"/>
                  <a:pt x="22924" y="45263"/>
                  <a:pt x="26781" y="38635"/>
                </a:cubicBezTo>
                <a:cubicBezTo>
                  <a:pt x="30638" y="31969"/>
                  <a:pt x="37014" y="26823"/>
                  <a:pt x="45910" y="23080"/>
                </a:cubicBezTo>
                <a:lnTo>
                  <a:pt x="37170" y="0"/>
                </a:lnTo>
                <a:close/>
                <a:moveTo>
                  <a:pt x="111664" y="0"/>
                </a:moveTo>
                <a:cubicBezTo>
                  <a:pt x="102240" y="4250"/>
                  <a:pt x="94432" y="10097"/>
                  <a:pt x="88243" y="17505"/>
                </a:cubicBezTo>
                <a:cubicBezTo>
                  <a:pt x="82053" y="24951"/>
                  <a:pt x="77823" y="33294"/>
                  <a:pt x="75521" y="42612"/>
                </a:cubicBezTo>
                <a:cubicBezTo>
                  <a:pt x="73250" y="51891"/>
                  <a:pt x="72131" y="64678"/>
                  <a:pt x="72131" y="81014"/>
                </a:cubicBezTo>
                <a:lnTo>
                  <a:pt x="72131" y="121014"/>
                </a:lnTo>
                <a:lnTo>
                  <a:pt x="116734" y="121014"/>
                </a:lnTo>
                <a:lnTo>
                  <a:pt x="116734" y="65107"/>
                </a:lnTo>
                <a:lnTo>
                  <a:pt x="95148" y="65107"/>
                </a:lnTo>
                <a:cubicBezTo>
                  <a:pt x="95366" y="54074"/>
                  <a:pt x="97387" y="45263"/>
                  <a:pt x="101275" y="38635"/>
                </a:cubicBezTo>
                <a:cubicBezTo>
                  <a:pt x="105132" y="31969"/>
                  <a:pt x="111509" y="26823"/>
                  <a:pt x="120404" y="23080"/>
                </a:cubicBezTo>
                <a:lnTo>
                  <a:pt x="11166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183" y="307131"/>
            <a:ext cx="1333301" cy="6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0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33" name="Google Shape;133;p10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0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135" name="Google Shape;135;p10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136" name="Google Shape;136;p10"/>
            <p:cNvSpPr txBox="1"/>
            <p:nvPr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Increase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Level</a:t>
              </a:r>
              <a:endParaRPr/>
            </a:p>
          </p:txBody>
        </p:sp>
        <p:sp>
          <p:nvSpPr>
            <p:cNvPr id="137" name="Google Shape;137;p10"/>
            <p:cNvSpPr txBox="1"/>
            <p:nvPr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Decrease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Level</a:t>
              </a:r>
              <a:endParaRPr/>
            </a:p>
          </p:txBody>
        </p:sp>
        <p:sp>
          <p:nvSpPr>
            <p:cNvPr id="138" name="Google Shape;138;p10"/>
            <p:cNvSpPr txBox="1"/>
            <p:nvPr/>
          </p:nvSpPr>
          <p:spPr>
            <a:xfrm>
              <a:off x="-1690413" y="2124000"/>
              <a:ext cx="15840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text level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 </a:t>
              </a:r>
              <a:b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Paragraph &gt; Increase/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Decrease List Level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" name="Google Shape;13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0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142" name="Google Shape;142;p10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fo // 2 Inhalte">
  <p:cSld name="Headline // Info // 2 Inhalt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1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1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1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406400" y="2160588"/>
            <a:ext cx="11377089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2" type="body"/>
          </p:nvPr>
        </p:nvSpPr>
        <p:spPr>
          <a:xfrm>
            <a:off x="406397" y="2689225"/>
            <a:ext cx="5592527" cy="3554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  <p:sp>
        <p:nvSpPr>
          <p:cNvPr id="150" name="Google Shape;150;p11"/>
          <p:cNvSpPr txBox="1"/>
          <p:nvPr>
            <p:ph idx="3" type="body"/>
          </p:nvPr>
        </p:nvSpPr>
        <p:spPr>
          <a:xfrm>
            <a:off x="6192002" y="2689225"/>
            <a:ext cx="5591487" cy="3554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9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// Info // Inhalt">
  <p:cSld name="Headline // Info // Inhal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2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2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2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2"/>
          <p:cNvSpPr txBox="1"/>
          <p:nvPr>
            <p:ph idx="1" type="body"/>
          </p:nvPr>
        </p:nvSpPr>
        <p:spPr>
          <a:xfrm>
            <a:off x="406394" y="2160588"/>
            <a:ext cx="11377092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sz="199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12"/>
          <p:cNvSpPr txBox="1"/>
          <p:nvPr>
            <p:ph idx="2" type="body"/>
          </p:nvPr>
        </p:nvSpPr>
        <p:spPr>
          <a:xfrm>
            <a:off x="406405" y="2690813"/>
            <a:ext cx="11377084" cy="3552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None/>
              <a:defRPr/>
            </a:lvl1pPr>
            <a:lvl2pPr indent="-368363" lvl="1" marL="91440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SzPts val="2201"/>
              <a:buChar char="&gt;"/>
              <a:defRPr/>
            </a:lvl2pPr>
            <a:lvl3pPr indent="-228600" lvl="2" marL="1371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None/>
              <a:defRPr/>
            </a:lvl3pPr>
            <a:lvl4pPr indent="-228600" lvl="3" marL="182880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4pPr>
            <a:lvl5pPr indent="-355536" lvl="4" marL="228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  <a:defRPr/>
            </a:lvl5pPr>
            <a:lvl6pPr indent="-355536" lvl="5" marL="27432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Char char="•"/>
              <a:defRPr/>
            </a:lvl6pPr>
            <a:lvl7pPr indent="-355536" lvl="6" marL="32004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AutoNum type="arabicPeriod"/>
              <a:defRPr/>
            </a:lvl7pPr>
            <a:lvl8pPr indent="-228600" lvl="7" marL="36576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8pPr>
            <a:lvl9pPr indent="-228600" lvl="8" marL="41148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lussfolie">
  <p:cSld name="Schlussfolie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3"/>
          <p:cNvPicPr preferRelativeResize="0"/>
          <p:nvPr/>
        </p:nvPicPr>
        <p:blipFill rotWithShape="1">
          <a:blip r:embed="rId2">
            <a:alphaModFix/>
          </a:blip>
          <a:srcRect b="0" l="0" r="0" t="14167"/>
          <a:stretch/>
        </p:blipFill>
        <p:spPr>
          <a:xfrm>
            <a:off x="0" y="1098550"/>
            <a:ext cx="12192000" cy="575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3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None/>
              <a:defRPr b="0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2088000" y="4284000"/>
            <a:ext cx="9695489" cy="1959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0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Clr>
                <a:schemeClr val="lt1"/>
              </a:buClr>
              <a:buSzPts val="1999"/>
              <a:buFont typeface="Arial"/>
              <a:buNone/>
              <a:defRPr b="1" sz="19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13"/>
          <p:cNvSpPr txBox="1"/>
          <p:nvPr>
            <p:ph idx="2" type="body"/>
          </p:nvPr>
        </p:nvSpPr>
        <p:spPr>
          <a:xfrm>
            <a:off x="2087996" y="2160588"/>
            <a:ext cx="9695489" cy="1851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1" sz="5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13"/>
          <p:cNvSpPr/>
          <p:nvPr>
            <p:ph idx="3" type="pic"/>
          </p:nvPr>
        </p:nvSpPr>
        <p:spPr>
          <a:xfrm>
            <a:off x="576000" y="4716000"/>
            <a:ext cx="1080000" cy="1080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4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4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4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Google Shape;11;p1"/>
            <p:cNvSpPr txBox="1"/>
            <p:nvPr/>
          </p:nvSpPr>
          <p:spPr>
            <a:xfrm>
              <a:off x="4571999" y="-468000"/>
              <a:ext cx="426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Show guides via Ribbon: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View &gt; Show &gt; </a:t>
              </a: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Guides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 txBox="1"/>
            <p:nvPr/>
          </p:nvSpPr>
          <p:spPr>
            <a:xfrm>
              <a:off x="9252000" y="-1"/>
              <a:ext cx="1944000" cy="898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Reset the slide back to its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original form 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Reset</a:t>
              </a:r>
              <a:endParaRPr/>
            </a:p>
          </p:txBody>
        </p:sp>
        <p:sp>
          <p:nvSpPr>
            <p:cNvPr id="13" name="Google Shape;13;p1"/>
            <p:cNvSpPr txBox="1"/>
            <p:nvPr/>
          </p:nvSpPr>
          <p:spPr>
            <a:xfrm>
              <a:off x="9252000" y="1008000"/>
              <a:ext cx="1944000" cy="5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slide layout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Slides &gt; Layout</a:t>
              </a:r>
              <a:endParaRPr/>
            </a:p>
          </p:txBody>
        </p:sp>
        <p:sp>
          <p:nvSpPr>
            <p:cNvPr id="14" name="Google Shape;14;p1"/>
            <p:cNvSpPr txBox="1"/>
            <p:nvPr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Increase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Level</a:t>
              </a:r>
              <a:endParaRPr/>
            </a:p>
          </p:txBody>
        </p:sp>
        <p:sp>
          <p:nvSpPr>
            <p:cNvPr id="15" name="Google Shape;15;p1"/>
            <p:cNvSpPr txBox="1"/>
            <p:nvPr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Decrease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List Level</a:t>
              </a:r>
              <a:endParaRPr/>
            </a:p>
          </p:txBody>
        </p:sp>
        <p:sp>
          <p:nvSpPr>
            <p:cNvPr id="16" name="Google Shape;16;p1"/>
            <p:cNvSpPr txBox="1"/>
            <p:nvPr/>
          </p:nvSpPr>
          <p:spPr>
            <a:xfrm>
              <a:off x="-1690413" y="2124000"/>
              <a:ext cx="15840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Change the text level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via Ribbon: </a:t>
              </a:r>
              <a:b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Home &gt; Paragraph &gt; Increase/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Decrease List Level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"/>
            <p:cNvSpPr txBox="1"/>
            <p:nvPr/>
          </p:nvSpPr>
          <p:spPr>
            <a:xfrm>
              <a:off x="304799" y="6984000"/>
              <a:ext cx="5531475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footer: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  <p:sp>
          <p:nvSpPr>
            <p:cNvPr id="20" name="Google Shape;20;p1"/>
            <p:cNvSpPr txBox="1"/>
            <p:nvPr/>
          </p:nvSpPr>
          <p:spPr>
            <a:xfrm>
              <a:off x="304800" y="-468001"/>
              <a:ext cx="4267199" cy="3600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Customize Header: </a:t>
              </a: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Insert &gt; Text &gt; Header &amp; Footer</a:t>
              </a:r>
              <a:endParaRPr/>
            </a:p>
          </p:txBody>
        </p:sp>
      </p:grpSp>
      <p:cxnSp>
        <p:nvCxnSpPr>
          <p:cNvPr id="21" name="Google Shape;21;p1"/>
          <p:cNvCxnSpPr/>
          <p:nvPr/>
        </p:nvCxnSpPr>
        <p:spPr>
          <a:xfrm>
            <a:off x="406399" y="6449759"/>
            <a:ext cx="11376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06400" y="1944000"/>
            <a:ext cx="113760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1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1"/>
          <p:cNvSpPr txBox="1"/>
          <p:nvPr>
            <p:ph idx="1" type="body"/>
          </p:nvPr>
        </p:nvSpPr>
        <p:spPr>
          <a:xfrm>
            <a:off x="406400" y="2160588"/>
            <a:ext cx="11377086" cy="4081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1"/>
              <a:buFont typeface="Arial"/>
              <a:buNone/>
              <a:defRPr b="0" i="0" sz="2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63" lvl="1" marL="914400" marR="0" rtl="0" algn="l">
              <a:lnSpc>
                <a:spcPct val="105000"/>
              </a:lnSpc>
              <a:spcBef>
                <a:spcPts val="1999"/>
              </a:spcBef>
              <a:spcAft>
                <a:spcPts val="0"/>
              </a:spcAft>
              <a:buClr>
                <a:schemeClr val="accent1"/>
              </a:buClr>
              <a:buSzPts val="2201"/>
              <a:buFont typeface="Arial"/>
              <a:buChar char="&gt;"/>
              <a:defRPr b="0" i="0" sz="22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None/>
              <a:defRPr b="0" i="0" sz="1999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1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536" lvl="4" marL="22860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99"/>
              <a:buFont typeface="Arial"/>
              <a:buChar char="&gt;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536" lvl="5" marL="2743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Noto Sans Symbols"/>
              <a:buChar char="•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536" lvl="6" marL="32004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AutoNum type="arabicPeriod"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None/>
              <a:defRPr b="0" i="0" sz="19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183" y="307131"/>
            <a:ext cx="1333301" cy="6192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F26B43"/>
          </p15:clr>
        </p15:guide>
        <p15:guide id="2" pos="7423">
          <p15:clr>
            <a:srgbClr val="F26B43"/>
          </p15:clr>
        </p15:guide>
        <p15:guide id="3" orient="horz" pos="1361">
          <p15:clr>
            <a:srgbClr val="F26B43"/>
          </p15:clr>
        </p15:guide>
        <p15:guide id="4" orient="horz" pos="650">
          <p15:clr>
            <a:srgbClr val="F26B43"/>
          </p15:clr>
        </p15:guide>
        <p15:guide id="5" orient="horz" pos="1194">
          <p15:clr>
            <a:srgbClr val="F26B43"/>
          </p15:clr>
        </p15:guide>
        <p15:guide id="6" orient="horz" pos="3932">
          <p15:clr>
            <a:srgbClr val="F26B43"/>
          </p15:clr>
        </p15:guide>
        <p15:guide id="7" orient="horz" pos="1400">
          <p15:clr>
            <a:srgbClr val="547EBF"/>
          </p15:clr>
        </p15:guide>
        <p15:guide id="8" orient="horz" pos="692">
          <p15:clr>
            <a:srgbClr val="547EB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2" l="0" r="0" t="43"/>
          <a:stretch/>
        </p:blipFill>
        <p:spPr>
          <a:xfrm>
            <a:off x="0" y="1449388"/>
            <a:ext cx="12192000" cy="54086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 txBox="1"/>
          <p:nvPr>
            <p:ph type="ctrTitle"/>
          </p:nvPr>
        </p:nvSpPr>
        <p:spPr>
          <a:xfrm>
            <a:off x="0" y="4176717"/>
            <a:ext cx="12192000" cy="26812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1386000" spcFirstLastPara="1" rIns="612000" wrap="square" tIns="626400">
            <a:noAutofit/>
          </a:bodyPr>
          <a:lstStyle/>
          <a:p>
            <a:pPr indent="0" lvl="0" marL="0" rtl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</a:pPr>
            <a:r>
              <a:rPr lang="en-US"/>
              <a:t>VS Code und Git(hub)</a:t>
            </a:r>
            <a:endParaRPr/>
          </a:p>
        </p:txBody>
      </p:sp>
      <p:sp>
        <p:nvSpPr>
          <p:cNvPr id="177" name="Google Shape;177;p15"/>
          <p:cNvSpPr txBox="1"/>
          <p:nvPr>
            <p:ph idx="10" type="dt"/>
          </p:nvPr>
        </p:nvSpPr>
        <p:spPr>
          <a:xfrm>
            <a:off x="406401" y="-359999"/>
            <a:ext cx="7375299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178" name="Google Shape;178;p15"/>
          <p:cNvSpPr txBox="1"/>
          <p:nvPr>
            <p:ph idx="11" type="ftr"/>
          </p:nvPr>
        </p:nvSpPr>
        <p:spPr>
          <a:xfrm>
            <a:off x="1386000" y="6372000"/>
            <a:ext cx="10397484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New Hiwi | Christian Heinzmann | 2025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1026000" y="4914406"/>
            <a:ext cx="180261" cy="288132"/>
          </a:xfrm>
          <a:custGeom>
            <a:rect b="b" l="l" r="r" t="t"/>
            <a:pathLst>
              <a:path extrusionOk="0" h="120055" w="120174">
                <a:moveTo>
                  <a:pt x="0" y="0"/>
                </a:moveTo>
                <a:lnTo>
                  <a:pt x="58196" y="60618"/>
                </a:lnTo>
                <a:lnTo>
                  <a:pt x="0" y="120055"/>
                </a:lnTo>
                <a:lnTo>
                  <a:pt x="49460" y="120055"/>
                </a:lnTo>
                <a:lnTo>
                  <a:pt x="120173" y="60618"/>
                </a:lnTo>
                <a:lnTo>
                  <a:pt x="49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"/>
          <p:cNvSpPr txBox="1"/>
          <p:nvPr>
            <p:ph idx="1" type="body"/>
          </p:nvPr>
        </p:nvSpPr>
        <p:spPr>
          <a:xfrm>
            <a:off x="407200" y="305319"/>
            <a:ext cx="2088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1" name="Google Shape;181;p15"/>
          <p:cNvSpPr txBox="1"/>
          <p:nvPr>
            <p:ph idx="3" type="body"/>
          </p:nvPr>
        </p:nvSpPr>
        <p:spPr>
          <a:xfrm>
            <a:off x="2622400" y="304709"/>
            <a:ext cx="20880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2" name="Google Shape;182;p15"/>
          <p:cNvSpPr txBox="1"/>
          <p:nvPr>
            <p:ph idx="12" type="sldNum"/>
          </p:nvPr>
        </p:nvSpPr>
        <p:spPr>
          <a:xfrm>
            <a:off x="9883778" y="6984000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ctrTitle"/>
          </p:nvPr>
        </p:nvSpPr>
        <p:spPr>
          <a:xfrm>
            <a:off x="1530728" y="2160001"/>
            <a:ext cx="10252761" cy="153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/>
              <a:t>VS Code</a:t>
            </a:r>
            <a:endParaRPr/>
          </a:p>
        </p:txBody>
      </p:sp>
      <p:sp>
        <p:nvSpPr>
          <p:cNvPr id="188" name="Google Shape;188;p16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189" name="Google Shape;189;p16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New Hiwi</a:t>
            </a:r>
            <a:r>
              <a:rPr b="1" lang="en-US" sz="1300"/>
              <a:t> | Christian Heinzmann | 2025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</p:txBody>
      </p:sp>
      <p:sp>
        <p:nvSpPr>
          <p:cNvPr id="190" name="Google Shape;190;p16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6"/>
          <p:cNvSpPr txBox="1"/>
          <p:nvPr>
            <p:ph idx="1" type="body"/>
          </p:nvPr>
        </p:nvSpPr>
        <p:spPr>
          <a:xfrm>
            <a:off x="1530728" y="3905249"/>
            <a:ext cx="10252761" cy="233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197" name="Google Shape;197;p17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New Hiwi </a:t>
            </a:r>
            <a:r>
              <a:rPr lang="en-US"/>
              <a:t>| Christian Heinzmann | 2025</a:t>
            </a:r>
            <a:endParaRPr/>
          </a:p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7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VS Code </a:t>
            </a:r>
            <a:r>
              <a:rPr lang="en-US"/>
              <a:t>Extensions</a:t>
            </a:r>
            <a:endParaRPr/>
          </a:p>
        </p:txBody>
      </p:sp>
      <p:sp>
        <p:nvSpPr>
          <p:cNvPr id="200" name="Google Shape;200;p17"/>
          <p:cNvSpPr txBox="1"/>
          <p:nvPr>
            <p:ph idx="1" type="body"/>
          </p:nvPr>
        </p:nvSpPr>
        <p:spPr>
          <a:xfrm>
            <a:off x="406400" y="2160600"/>
            <a:ext cx="69432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chemeClr val="accent1"/>
                </a:solidFill>
              </a:rPr>
              <a:t>Extensions ≈≈ Addons für VS Code</a:t>
            </a:r>
            <a:endParaRPr b="1" sz="2099"/>
          </a:p>
          <a:p>
            <a:pPr indent="0" lvl="7" marL="0" rtl="0" algn="l">
              <a:lnSpc>
                <a:spcPct val="108000"/>
              </a:lnSpc>
              <a:spcBef>
                <a:spcPts val="1999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099"/>
              <a:t>VS Code </a:t>
            </a:r>
            <a:r>
              <a:rPr b="1" lang="en-US" sz="2099"/>
              <a:t>Extensions</a:t>
            </a:r>
            <a:r>
              <a:rPr b="1" lang="en-US" sz="2099"/>
              <a:t>: 	</a:t>
            </a:r>
            <a:endParaRPr sz="2099"/>
          </a:p>
          <a:p>
            <a:pPr indent="-281716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Python</a:t>
            </a:r>
            <a:endParaRPr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Git + Git Graph</a:t>
            </a:r>
            <a:endParaRPr/>
          </a:p>
          <a:p>
            <a:pPr indent="-294289" lvl="4" marL="288003" rtl="0" algn="l"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TODOTree</a:t>
            </a:r>
            <a:endParaRPr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Docker</a:t>
            </a:r>
            <a:endParaRPr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Draw.io</a:t>
            </a:r>
            <a:endParaRPr/>
          </a:p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099"/>
              <a:t>Github Premium Extensions:</a:t>
            </a:r>
            <a:endParaRPr b="1" sz="2099"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Copilot</a:t>
            </a:r>
            <a:endParaRPr b="1"/>
          </a:p>
          <a:p>
            <a:pPr indent="-288003" lvl="4" marL="288003" rtl="0" algn="l">
              <a:spcBef>
                <a:spcPts val="0"/>
              </a:spcBef>
              <a:spcAft>
                <a:spcPts val="0"/>
              </a:spcAft>
              <a:buSzPts val="1900"/>
              <a:buChar char="&gt;"/>
            </a:pPr>
            <a:r>
              <a:rPr lang="en-US"/>
              <a:t>Gitlense (Git Kraken)</a:t>
            </a:r>
            <a:endParaRPr/>
          </a:p>
          <a:p>
            <a:pPr indent="-294289" lvl="4" marL="288003" rtl="0" algn="l"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999"/>
              </a:spcAft>
              <a:buNone/>
            </a:pPr>
            <a:r>
              <a:rPr lang="en-US">
                <a:solidFill>
                  <a:schemeClr val="accent1"/>
                </a:solidFill>
              </a:rPr>
              <a:t>easy install with: install_extension.sh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01" name="Google Shape;2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2150" y="1098550"/>
            <a:ext cx="6641876" cy="5359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ctrTitle"/>
          </p:nvPr>
        </p:nvSpPr>
        <p:spPr>
          <a:xfrm>
            <a:off x="1530728" y="2160001"/>
            <a:ext cx="102528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New Hiwi | Christian Heinzmann | 2025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18"/>
          <p:cNvSpPr txBox="1"/>
          <p:nvPr>
            <p:ph idx="1" type="body"/>
          </p:nvPr>
        </p:nvSpPr>
        <p:spPr>
          <a:xfrm>
            <a:off x="1530728" y="3905249"/>
            <a:ext cx="10252800" cy="23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16" name="Google Shape;216;p19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Hiwi | Christian Heinzmann | 2025</a:t>
            </a:r>
            <a:endParaRPr/>
          </a:p>
        </p:txBody>
      </p:sp>
      <p:sp>
        <p:nvSpPr>
          <p:cNvPr id="217" name="Google Shape;217;p19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19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Git Branches</a:t>
            </a:r>
            <a:endParaRPr/>
          </a:p>
        </p:txBody>
      </p:sp>
      <p:sp>
        <p:nvSpPr>
          <p:cNvPr id="219" name="Google Shape;219;p19"/>
          <p:cNvSpPr txBox="1"/>
          <p:nvPr>
            <p:ph idx="1" type="body"/>
          </p:nvPr>
        </p:nvSpPr>
        <p:spPr>
          <a:xfrm>
            <a:off x="406400" y="2160600"/>
            <a:ext cx="79446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</a:pPr>
            <a:r>
              <a:rPr lang="en-US"/>
              <a:t>Getrennte Branches erleichtern paralleles Arbeiten und vermeiden Konflikte</a:t>
            </a:r>
            <a:endParaRPr b="1"/>
          </a:p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/>
          </a:p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2050"/>
              <a:t>Empfohlener Ablauf:  </a:t>
            </a:r>
            <a:r>
              <a:rPr b="1" lang="en-US"/>
              <a:t>	</a:t>
            </a:r>
            <a:endParaRPr b="1"/>
          </a:p>
          <a:p>
            <a:pPr indent="-294289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Nach jedem Commit den Branch pushen, damit das Remote-Repository (GitHub) aktuell bleibt.</a:t>
            </a:r>
            <a:endParaRPr/>
          </a:p>
          <a:p>
            <a:pPr indent="-294289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Wenn ein Feature-Branch Fortschritte macht: Merge in Main_&lt;Entwicklername&gt;.</a:t>
            </a:r>
            <a:endParaRPr/>
          </a:p>
          <a:p>
            <a:pPr indent="-294289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Umgekehrt regelmäßig Main_&lt;Entwicklername&gt; zurück in den Feature-Branch mergen, um Updates zu erhalten.</a:t>
            </a:r>
            <a:endParaRPr/>
          </a:p>
          <a:p>
            <a:pPr indent="-294289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99"/>
              <a:buChar char="&gt;"/>
            </a:pPr>
            <a:r>
              <a:rPr lang="en-US"/>
              <a:t>Wenn das Feature stabil ist: Merge von Main_&lt;Entwicklername&gt; in main.</a:t>
            </a:r>
            <a:endParaRPr/>
          </a:p>
        </p:txBody>
      </p:sp>
      <p:pic>
        <p:nvPicPr>
          <p:cNvPr id="220" name="Google Shape;220;p19" title="git_branch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1636" y="2160600"/>
            <a:ext cx="3372389" cy="40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ctrTitle"/>
          </p:nvPr>
        </p:nvSpPr>
        <p:spPr>
          <a:xfrm>
            <a:off x="1530728" y="2160001"/>
            <a:ext cx="102528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226" name="Google Shape;226;p20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27" name="Google Shape;227;p20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1300"/>
              <a:t>New Hiwi | Christian Heinzmann | 2025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</p:txBody>
      </p:sp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idx="1" type="body"/>
          </p:nvPr>
        </p:nvSpPr>
        <p:spPr>
          <a:xfrm>
            <a:off x="1530728" y="3905249"/>
            <a:ext cx="10252800" cy="23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idx="10" type="dt"/>
          </p:nvPr>
        </p:nvSpPr>
        <p:spPr>
          <a:xfrm>
            <a:off x="406401" y="274365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35" name="Google Shape;235;p21"/>
          <p:cNvSpPr txBox="1"/>
          <p:nvPr>
            <p:ph idx="11" type="ftr"/>
          </p:nvPr>
        </p:nvSpPr>
        <p:spPr>
          <a:xfrm>
            <a:off x="406401" y="6515213"/>
            <a:ext cx="7375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Hiwi | Christian Heinzmann | 2025</a:t>
            </a:r>
            <a:endParaRPr/>
          </a:p>
        </p:txBody>
      </p:sp>
      <p:sp>
        <p:nvSpPr>
          <p:cNvPr id="236" name="Google Shape;236;p21"/>
          <p:cNvSpPr txBox="1"/>
          <p:nvPr>
            <p:ph idx="12" type="sldNum"/>
          </p:nvPr>
        </p:nvSpPr>
        <p:spPr>
          <a:xfrm>
            <a:off x="9883778" y="6515213"/>
            <a:ext cx="1899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21"/>
          <p:cNvSpPr txBox="1"/>
          <p:nvPr>
            <p:ph type="title"/>
          </p:nvPr>
        </p:nvSpPr>
        <p:spPr>
          <a:xfrm>
            <a:off x="406397" y="1031876"/>
            <a:ext cx="113772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238" name="Google Shape;238;p21"/>
          <p:cNvSpPr txBox="1"/>
          <p:nvPr>
            <p:ph idx="1" type="body"/>
          </p:nvPr>
        </p:nvSpPr>
        <p:spPr>
          <a:xfrm>
            <a:off x="406400" y="2160600"/>
            <a:ext cx="79446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None/>
            </a:pPr>
            <a:r>
              <a:rPr lang="en-US"/>
              <a:t>Weiter Tools die ich Verwende</a:t>
            </a:r>
            <a:endParaRPr b="1"/>
          </a:p>
          <a:p>
            <a:pPr indent="0" lvl="7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1"/>
          </a:p>
          <a:p>
            <a:pPr indent="-291178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50"/>
              <a:buChar char="&gt;"/>
            </a:pPr>
            <a:r>
              <a:rPr lang="en-US" sz="1950"/>
              <a:t>Obsidian -&gt; Doku</a:t>
            </a:r>
            <a:endParaRPr sz="1950"/>
          </a:p>
          <a:p>
            <a:pPr indent="-291178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50"/>
              <a:buChar char="&gt;"/>
            </a:pPr>
            <a:r>
              <a:rPr lang="en-US" sz="1950"/>
              <a:t>Wandb -&gt; Train, fine-tune, and manage AI models</a:t>
            </a:r>
            <a:endParaRPr sz="1950"/>
          </a:p>
          <a:p>
            <a:pPr indent="-291178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50"/>
              <a:buChar char="&gt;"/>
            </a:pPr>
            <a:r>
              <a:rPr lang="en-US" sz="1950"/>
              <a:t>Streamlit -&gt; Python WebGUI (kann auch auf Server laufen)</a:t>
            </a:r>
            <a:endParaRPr sz="1950"/>
          </a:p>
          <a:p>
            <a:pPr indent="-291178" lvl="4" marL="288003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950"/>
              <a:buChar char="&gt;"/>
            </a:pPr>
            <a:r>
              <a:t/>
            </a:r>
            <a:endParaRPr sz="1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45" name="Google Shape;245;p22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/>
              <a:t>New Hiwi | Christian Heinzmann | 2025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t/>
            </a:r>
            <a:endParaRPr b="1" sz="1300"/>
          </a:p>
        </p:txBody>
      </p:sp>
      <p:sp>
        <p:nvSpPr>
          <p:cNvPr id="246" name="Google Shape;246;p22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2"/>
          <p:cNvSpPr txBox="1"/>
          <p:nvPr>
            <p:ph idx="1" type="body"/>
          </p:nvPr>
        </p:nvSpPr>
        <p:spPr>
          <a:xfrm>
            <a:off x="2088000" y="4284000"/>
            <a:ext cx="9695489" cy="1959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Please refer any questions to:</a:t>
            </a:r>
            <a:endParaRPr/>
          </a:p>
          <a:p>
            <a:pPr indent="0" lvl="1" marL="0" rtl="0" algn="l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SzPts val="1900"/>
              <a:buNone/>
            </a:pPr>
            <a:r>
              <a:rPr lang="en-US"/>
              <a:t>Christian Heinzmann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rPr lang="en-US"/>
              <a:t>christian.heinzmann@hs-heilbronn.de</a:t>
            </a:r>
            <a:endParaRPr/>
          </a:p>
        </p:txBody>
      </p:sp>
      <p:sp>
        <p:nvSpPr>
          <p:cNvPr id="248" name="Google Shape;248;p22"/>
          <p:cNvSpPr txBox="1"/>
          <p:nvPr>
            <p:ph idx="2" type="body"/>
          </p:nvPr>
        </p:nvSpPr>
        <p:spPr>
          <a:xfrm>
            <a:off x="2087996" y="2160588"/>
            <a:ext cx="9695489" cy="1851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idx="10" type="dt"/>
          </p:nvPr>
        </p:nvSpPr>
        <p:spPr>
          <a:xfrm>
            <a:off x="406401" y="274365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Campus Sontheim</a:t>
            </a:r>
            <a:endParaRPr/>
          </a:p>
        </p:txBody>
      </p:sp>
      <p:sp>
        <p:nvSpPr>
          <p:cNvPr id="254" name="Google Shape;254;p23"/>
          <p:cNvSpPr txBox="1"/>
          <p:nvPr>
            <p:ph idx="11" type="ftr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New Hiwi </a:t>
            </a:r>
            <a:r>
              <a:rPr lang="en-US"/>
              <a:t>| Christian Heinzmann | 2025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55" name="Google Shape;255;p23"/>
          <p:cNvSpPr txBox="1"/>
          <p:nvPr>
            <p:ph idx="12" type="sldNum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406397" y="1031876"/>
            <a:ext cx="1137709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Quellen zu den Bildern:</a:t>
            </a:r>
            <a:endParaRPr/>
          </a:p>
        </p:txBody>
      </p:sp>
      <p:sp>
        <p:nvSpPr>
          <p:cNvPr id="257" name="Google Shape;257;p23"/>
          <p:cNvSpPr txBox="1"/>
          <p:nvPr>
            <p:ph idx="1" type="body"/>
          </p:nvPr>
        </p:nvSpPr>
        <p:spPr>
          <a:xfrm>
            <a:off x="406400" y="2160600"/>
            <a:ext cx="113772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63" lvl="0" marL="457200" rtl="0" algn="l">
              <a:lnSpc>
                <a:spcPct val="105000"/>
              </a:lnSpc>
              <a:spcBef>
                <a:spcPts val="599"/>
              </a:spcBef>
              <a:spcAft>
                <a:spcPts val="0"/>
              </a:spcAft>
              <a:buSzPts val="2201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">
  <a:themeElements>
    <a:clrScheme name="Lariss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PT_HHN_16x9_EN_01">
  <a:themeElements>
    <a:clrScheme name="Hochschule Heilbronn PPT">
      <a:dk1>
        <a:srgbClr val="000000"/>
      </a:dk1>
      <a:lt1>
        <a:srgbClr val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